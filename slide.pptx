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Cousine"/>
      <p:regular r:id="rId20"/>
      <p:bold r:id="rId21"/>
      <p:italic r:id="rId22"/>
      <p:boldItalic r:id="rId23"/>
    </p:embeddedFont>
    <p:embeddedFont>
      <p:font typeface="Press Start 2P"/>
      <p:regular r:id="rId24"/>
    </p:embeddedFont>
    <p:embeddedFont>
      <p:font typeface="Bebas Neue"/>
      <p:regular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usine-regular.fntdata"/><Relationship Id="rId22" Type="http://schemas.openxmlformats.org/officeDocument/2006/relationships/font" Target="fonts/Cousine-italic.fntdata"/><Relationship Id="rId21" Type="http://schemas.openxmlformats.org/officeDocument/2006/relationships/font" Target="fonts/Cousine-bold.fntdata"/><Relationship Id="rId24" Type="http://schemas.openxmlformats.org/officeDocument/2006/relationships/font" Target="fonts/PressStart2P-regular.fntdata"/><Relationship Id="rId23" Type="http://schemas.openxmlformats.org/officeDocument/2006/relationships/font" Target="fonts/Cousine-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ono-regular.fntdata"/><Relationship Id="rId25" Type="http://schemas.openxmlformats.org/officeDocument/2006/relationships/font" Target="fonts/BebasNeue-regular.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ddf5772a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ddf5772a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2D action game built in C++ with SDL on top of a custom hybrid ECS-based engine. The goal of the project was not only to make a playable game, but also to design a modular engine architecture that supports map-driven stages, reusable entities, and separated gameplay systems.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ddf5772a16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3ddf5772a16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2D action game built in C++ with SDL on top of a custom hybrid ECS-based engine. The goal of the project was not only to make a playable game, but also to design a modular engine architecture that supports map-driven stages, reusable entities, and separated gameplay systems.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ddf5772a16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3ddf5772a16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game is set on a dystopian survival train where the player starts in the rear section and moves forward through connected stages. The gameplay loop is simple and clear: the player explores each area, fights enemies, collects items, and uses doors to progress to the next section.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3ddf5772a16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3ddf5772a16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g3ddf5772a16_0_2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5" name="Google Shape;2335;g3ddf5772a16_0_2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engine uses a hybrid ECS architecture. </a:t>
            </a:r>
            <a:r>
              <a:rPr b="1" lang="en">
                <a:solidFill>
                  <a:schemeClr val="dk1"/>
                </a:solidFill>
              </a:rPr>
              <a:t>Entities</a:t>
            </a:r>
            <a:r>
              <a:rPr lang="en">
                <a:solidFill>
                  <a:schemeClr val="dk1"/>
                </a:solidFill>
              </a:rPr>
              <a:t> represent objects like the player, enemies, items, and doors. </a:t>
            </a:r>
            <a:r>
              <a:rPr b="1" lang="en">
                <a:solidFill>
                  <a:schemeClr val="dk1"/>
                </a:solidFill>
              </a:rPr>
              <a:t>Components</a:t>
            </a:r>
            <a:r>
              <a:rPr lang="en">
                <a:solidFill>
                  <a:schemeClr val="dk1"/>
                </a:solidFill>
              </a:rPr>
              <a:t> store data, and </a:t>
            </a:r>
            <a:r>
              <a:rPr b="1" lang="en">
                <a:solidFill>
                  <a:schemeClr val="dk1"/>
                </a:solidFill>
              </a:rPr>
              <a:t>systems</a:t>
            </a:r>
            <a:r>
              <a:rPr lang="en">
                <a:solidFill>
                  <a:schemeClr val="dk1"/>
                </a:solidFill>
              </a:rPr>
              <a:t> process entities with matching components. I also use </a:t>
            </a:r>
            <a:r>
              <a:rPr b="1" lang="en">
                <a:solidFill>
                  <a:schemeClr val="dk1"/>
                </a:solidFill>
              </a:rPr>
              <a:t>helper classes</a:t>
            </a:r>
            <a:r>
              <a:rPr lang="en">
                <a:solidFill>
                  <a:schemeClr val="dk1"/>
                </a:solidFill>
              </a:rPr>
              <a:t> outside the ECS, such as the map loader and stage manager, to keep parsing and stage transitions separate from gameplay logic.</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7" name="Shape 2597"/>
        <p:cNvGrpSpPr/>
        <p:nvPr/>
      </p:nvGrpSpPr>
      <p:grpSpPr>
        <a:xfrm>
          <a:off x="0" y="0"/>
          <a:ext cx="0" cy="0"/>
          <a:chOff x="0" y="0"/>
          <a:chExt cx="0" cy="0"/>
        </a:xfrm>
      </p:grpSpPr>
      <p:sp>
        <p:nvSpPr>
          <p:cNvPr id="2598" name="Google Shape;2598;g3ddf5772a16_0_2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9" name="Google Shape;2599;g3ddf5772a16_0_2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One of the strongest architectural parts is the map pipeline: TMX files are parsed by </a:t>
            </a:r>
            <a:r>
              <a:rPr lang="en">
                <a:solidFill>
                  <a:srgbClr val="188038"/>
                </a:solidFill>
                <a:latin typeface="Roboto Mono"/>
                <a:ea typeface="Roboto Mono"/>
                <a:cs typeface="Roboto Mono"/>
                <a:sym typeface="Roboto Mono"/>
              </a:rPr>
              <a:t>MapLoader</a:t>
            </a:r>
            <a:r>
              <a:rPr lang="en">
                <a:solidFill>
                  <a:schemeClr val="dk1"/>
                </a:solidFill>
              </a:rPr>
              <a:t>, stored in </a:t>
            </a:r>
            <a:r>
              <a:rPr lang="en">
                <a:solidFill>
                  <a:srgbClr val="188038"/>
                </a:solidFill>
                <a:latin typeface="Roboto Mono"/>
                <a:ea typeface="Roboto Mono"/>
                <a:cs typeface="Roboto Mono"/>
                <a:sym typeface="Roboto Mono"/>
              </a:rPr>
              <a:t>MapData</a:t>
            </a:r>
            <a:r>
              <a:rPr lang="en">
                <a:solidFill>
                  <a:schemeClr val="dk1"/>
                </a:solidFill>
              </a:rPr>
              <a:t>, wrapped by </a:t>
            </a:r>
            <a:r>
              <a:rPr lang="en">
                <a:solidFill>
                  <a:srgbClr val="188038"/>
                </a:solidFill>
                <a:latin typeface="Roboto Mono"/>
                <a:ea typeface="Roboto Mono"/>
                <a:cs typeface="Roboto Mono"/>
                <a:sym typeface="Roboto Mono"/>
              </a:rPr>
              <a:t>Map</a:t>
            </a:r>
            <a:r>
              <a:rPr lang="en">
                <a:solidFill>
                  <a:schemeClr val="dk1"/>
                </a:solidFill>
              </a:rPr>
              <a:t>, and then converted into gameplay entities by </a:t>
            </a:r>
            <a:r>
              <a:rPr lang="en">
                <a:solidFill>
                  <a:srgbClr val="188038"/>
                </a:solidFill>
                <a:latin typeface="Roboto Mono"/>
                <a:ea typeface="Roboto Mono"/>
                <a:cs typeface="Roboto Mono"/>
                <a:sym typeface="Roboto Mono"/>
              </a:rPr>
              <a:t>StageManager</a:t>
            </a:r>
            <a:r>
              <a:rPr lang="en">
                <a:solidFill>
                  <a:schemeClr val="dk1"/>
                </a:solidFill>
              </a:rPr>
              <a:t>. This makes the level design data-driven instead of hardcoded.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3" name="Shape 2793"/>
        <p:cNvGrpSpPr/>
        <p:nvPr/>
      </p:nvGrpSpPr>
      <p:grpSpPr>
        <a:xfrm>
          <a:off x="0" y="0"/>
          <a:ext cx="0" cy="0"/>
          <a:chOff x="0" y="0"/>
          <a:chExt cx="0" cy="0"/>
        </a:xfrm>
      </p:grpSpPr>
      <p:sp>
        <p:nvSpPr>
          <p:cNvPr id="2794" name="Google Shape;2794;g3ddf5772a16_0_2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5" name="Google Shape;2795;g3ddf5772a16_0_2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6" name="Shape 3226"/>
        <p:cNvGrpSpPr/>
        <p:nvPr/>
      </p:nvGrpSpPr>
      <p:grpSpPr>
        <a:xfrm>
          <a:off x="0" y="0"/>
          <a:ext cx="0" cy="0"/>
          <a:chOff x="0" y="0"/>
          <a:chExt cx="0" cy="0"/>
        </a:xfrm>
      </p:grpSpPr>
      <p:sp>
        <p:nvSpPr>
          <p:cNvPr id="3227" name="Google Shape;3227;g3ddf5772a16_0_3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8" name="Google Shape;3228;g3ddf5772a16_0_3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game loop is organized through several focused systems. The </a:t>
            </a:r>
            <a:r>
              <a:rPr lang="en">
                <a:solidFill>
                  <a:srgbClr val="188038"/>
                </a:solidFill>
                <a:latin typeface="Roboto Mono"/>
                <a:ea typeface="Roboto Mono"/>
                <a:cs typeface="Roboto Mono"/>
                <a:sym typeface="Roboto Mono"/>
              </a:rPr>
              <a:t>Game</a:t>
            </a:r>
            <a:r>
              <a:rPr lang="en">
                <a:solidFill>
                  <a:schemeClr val="dk1"/>
                </a:solidFill>
              </a:rPr>
              <a:t> class mainly initializes SDL, starts the first stage, runs the loop, and delegates work to the systems. The main systems are movement, combat, item interaction, door transitions, and rendering. Shared runtime state such as the active map, camera, player entity, cooldown timers, UI font, and pending stage changes is stored in </a:t>
            </a:r>
            <a:r>
              <a:rPr lang="en">
                <a:solidFill>
                  <a:srgbClr val="188038"/>
                </a:solidFill>
                <a:latin typeface="Roboto Mono"/>
                <a:ea typeface="Roboto Mono"/>
                <a:cs typeface="Roboto Mono"/>
                <a:sym typeface="Roboto Mono"/>
              </a:rPr>
              <a:t>GameContext</a:t>
            </a:r>
            <a:r>
              <a:rPr lang="en">
                <a:solidFill>
                  <a:schemeClr val="dk1"/>
                </a:solidFill>
              </a:rPr>
              <a:t>, which helps systems coordinate without tightly coupling everything to one large class.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5" name="Shape 3985"/>
        <p:cNvGrpSpPr/>
        <p:nvPr/>
      </p:nvGrpSpPr>
      <p:grpSpPr>
        <a:xfrm>
          <a:off x="0" y="0"/>
          <a:ext cx="0" cy="0"/>
          <a:chOff x="0" y="0"/>
          <a:chExt cx="0" cy="0"/>
        </a:xfrm>
      </p:grpSpPr>
      <p:sp>
        <p:nvSpPr>
          <p:cNvPr id="3986" name="Google Shape;3986;g3ddf5772a16_0_3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7" name="Google Shape;3987;g3ddf5772a16_0_3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8" name="Shape 4418"/>
        <p:cNvGrpSpPr/>
        <p:nvPr/>
      </p:nvGrpSpPr>
      <p:grpSpPr>
        <a:xfrm>
          <a:off x="0" y="0"/>
          <a:ext cx="0" cy="0"/>
          <a:chOff x="0" y="0"/>
          <a:chExt cx="0" cy="0"/>
        </a:xfrm>
      </p:grpSpPr>
      <p:sp>
        <p:nvSpPr>
          <p:cNvPr id="4419" name="Google Shape;4419;g3ddf5772a16_0_4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0" name="Google Shape;4420;g3ddf5772a16_0_4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demonstrate extensibility, the engine supports map-driven gameplay content. Enemy spawn points, item spawns, collision areas, named player spawn points, and doors are all defined in the map and loaded at runtime. Then the stage manager clears old stage entities and respawns the correct objects for the next area.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also use factories to create players, enemies, items, and doors, which keeps entity setup consistent and reusable. For enemies, the factory already supports multiple types like patrol, shooter, flying, and boss variants, showing how the engine can scale to different gameplay behaviors.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3" name="Shape 4663"/>
        <p:cNvGrpSpPr/>
        <p:nvPr/>
      </p:nvGrpSpPr>
      <p:grpSpPr>
        <a:xfrm>
          <a:off x="0" y="0"/>
          <a:ext cx="0" cy="0"/>
          <a:chOff x="0" y="0"/>
          <a:chExt cx="0" cy="0"/>
        </a:xfrm>
      </p:grpSpPr>
      <p:sp>
        <p:nvSpPr>
          <p:cNvPr id="4664" name="Google Shape;4664;g3ddf5772a16_0_4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5" name="Google Shape;4665;g3ddf5772a16_0_4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demonstrate extensibility, the engine supports map-driven gameplay content. Enemy spawn points, item spawns, collision areas, named player spawn points, and doors are all defined in the map and loaded at runtime. Then the stage manager clears old stage entities and respawns the correct objects for the next area.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also use factories to create players, enemies, items, and doors, which keeps entity setup consistent and reusable. For enemies, the factory already supports multiple types like patrol, shooter, flying, and boss variants, showing how the engine can scale to different gameplay behaviors.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6" name="Shape 4906"/>
        <p:cNvGrpSpPr/>
        <p:nvPr/>
      </p:nvGrpSpPr>
      <p:grpSpPr>
        <a:xfrm>
          <a:off x="0" y="0"/>
          <a:ext cx="0" cy="0"/>
          <a:chOff x="0" y="0"/>
          <a:chExt cx="0" cy="0"/>
        </a:xfrm>
      </p:grpSpPr>
      <p:sp>
        <p:nvSpPr>
          <p:cNvPr id="4907" name="Google Shape;4907;g3ddf5772a16_0_4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8" name="Google Shape;4908;g3ddf5772a16_0_4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9" name="Shape 5339"/>
        <p:cNvGrpSpPr/>
        <p:nvPr/>
      </p:nvGrpSpPr>
      <p:grpSpPr>
        <a:xfrm>
          <a:off x="0" y="0"/>
          <a:ext cx="0" cy="0"/>
          <a:chOff x="0" y="0"/>
          <a:chExt cx="0" cy="0"/>
        </a:xfrm>
      </p:grpSpPr>
      <p:sp>
        <p:nvSpPr>
          <p:cNvPr id="5340" name="Google Shape;5340;g3ddf5772a16_0_5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1" name="Google Shape;5341;g3ddf5772a16_0_5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 trolling: getting sick, build one mono system at the first time -&gt; refactoring was disgusting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biggest challenge was Time constraints. balancing engine development with making a complete playable game was so difficult with my health concerns. To manage scope, I focused on a stable gameplay slice with movement, combat, items, and stage progression.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0" name="Shape 5850"/>
        <p:cNvGrpSpPr/>
        <p:nvPr/>
      </p:nvGrpSpPr>
      <p:grpSpPr>
        <a:xfrm>
          <a:off x="0" y="0"/>
          <a:ext cx="0" cy="0"/>
          <a:chOff x="0" y="0"/>
          <a:chExt cx="0" cy="0"/>
        </a:xfrm>
      </p:grpSpPr>
      <p:sp>
        <p:nvSpPr>
          <p:cNvPr id="5851" name="Google Shape;5851;g3ddf5772a16_0_6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2" name="Google Shape;5852;g3ddf5772a16_0_6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player movement</a:t>
            </a:r>
            <a:endParaRPr/>
          </a:p>
          <a:p>
            <a:pPr indent="0" lvl="0" marL="0" rtl="0" algn="l">
              <a:spcBef>
                <a:spcPts val="0"/>
              </a:spcBef>
              <a:spcAft>
                <a:spcPts val="0"/>
              </a:spcAft>
              <a:buClr>
                <a:schemeClr val="dk1"/>
              </a:buClr>
              <a:buSzPts val="1100"/>
              <a:buFont typeface="Arial"/>
              <a:buNone/>
            </a:pPr>
            <a:r>
              <a:rPr lang="en"/>
              <a:t>shooting and reload</a:t>
            </a:r>
            <a:endParaRPr/>
          </a:p>
          <a:p>
            <a:pPr indent="0" lvl="0" marL="0" rtl="0" algn="l">
              <a:spcBef>
                <a:spcPts val="0"/>
              </a:spcBef>
              <a:spcAft>
                <a:spcPts val="0"/>
              </a:spcAft>
              <a:buClr>
                <a:schemeClr val="dk1"/>
              </a:buClr>
              <a:buSzPts val="1100"/>
              <a:buFont typeface="Arial"/>
              <a:buNone/>
            </a:pPr>
            <a:r>
              <a:rPr lang="en"/>
              <a:t>item pickup</a:t>
            </a:r>
            <a:endParaRPr/>
          </a:p>
          <a:p>
            <a:pPr indent="0" lvl="0" marL="0" rtl="0" algn="l">
              <a:spcBef>
                <a:spcPts val="0"/>
              </a:spcBef>
              <a:spcAft>
                <a:spcPts val="0"/>
              </a:spcAft>
              <a:buClr>
                <a:schemeClr val="dk1"/>
              </a:buClr>
              <a:buSzPts val="1100"/>
              <a:buFont typeface="Arial"/>
              <a:buNone/>
            </a:pPr>
            <a:r>
              <a:rPr lang="en"/>
              <a:t>enemy encounter</a:t>
            </a:r>
            <a:endParaRPr/>
          </a:p>
          <a:p>
            <a:pPr indent="0" lvl="0" marL="0" rtl="0" algn="l">
              <a:spcBef>
                <a:spcPts val="0"/>
              </a:spcBef>
              <a:spcAft>
                <a:spcPts val="0"/>
              </a:spcAft>
              <a:buClr>
                <a:schemeClr val="dk1"/>
              </a:buClr>
              <a:buSzPts val="1100"/>
              <a:buFont typeface="Arial"/>
              <a:buNone/>
            </a:pPr>
            <a:r>
              <a:rPr lang="en"/>
              <a:t>door transition to another stage</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8" name="Shape 6238"/>
        <p:cNvGrpSpPr/>
        <p:nvPr/>
      </p:nvGrpSpPr>
      <p:grpSpPr>
        <a:xfrm>
          <a:off x="0" y="0"/>
          <a:ext cx="0" cy="0"/>
          <a:chOff x="0" y="0"/>
          <a:chExt cx="0" cy="0"/>
        </a:xfrm>
      </p:grpSpPr>
      <p:sp>
        <p:nvSpPr>
          <p:cNvPr id="6239" name="Google Shape;6239;gd362d286f3_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0" name="Google Shape;6240;gd362d286f3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20000" y="1339250"/>
            <a:ext cx="7704000" cy="545700"/>
          </a:xfrm>
          <a:prstGeom prst="rect">
            <a:avLst/>
          </a:prstGeom>
        </p:spPr>
        <p:txBody>
          <a:bodyPr anchorCtr="0" anchor="ctr" bIns="91425" lIns="91425" spcFirstLastPara="1" rIns="91425" wrap="square" tIns="91425">
            <a:noAutofit/>
          </a:bodyPr>
          <a:lstStyle>
            <a:lvl1pPr lvl="0" rtl="0" algn="ctr">
              <a:lnSpc>
                <a:spcPct val="90000"/>
              </a:lnSpc>
              <a:spcBef>
                <a:spcPts val="0"/>
              </a:spcBef>
              <a:spcAft>
                <a:spcPts val="0"/>
              </a:spcAft>
              <a:buSzPts val="5200"/>
              <a:buNone/>
              <a:defRPr i="1" sz="3600">
                <a:latin typeface="Press Start 2P"/>
                <a:ea typeface="Press Start 2P"/>
                <a:cs typeface="Press Start 2P"/>
                <a:sym typeface="Press Start 2P"/>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1935450" y="3513425"/>
            <a:ext cx="5273100" cy="40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3"/>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 name="Google Shape;11;p2"/>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 name="Google Shape;12;p2"/>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 name="Google Shape;13;p2"/>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 name="Google Shape;14;p2"/>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286000" y="2307100"/>
            <a:ext cx="45720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i="1"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2993550" y="975150"/>
            <a:ext cx="3156900" cy="1204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6000"/>
              <a:buNone/>
              <a:defRPr i="1" sz="8000">
                <a:solidFill>
                  <a:schemeClr val="accent3"/>
                </a:solidFill>
              </a:defRPr>
            </a:lvl1pPr>
            <a:lvl2pPr lvl="1" rtl="0" algn="ctr">
              <a:spcBef>
                <a:spcPts val="0"/>
              </a:spcBef>
              <a:spcAft>
                <a:spcPts val="0"/>
              </a:spcAft>
              <a:buClr>
                <a:schemeClr val="accent3"/>
              </a:buClr>
              <a:buSzPts val="6000"/>
              <a:buNone/>
              <a:defRPr sz="6000">
                <a:solidFill>
                  <a:schemeClr val="accent3"/>
                </a:solidFill>
              </a:defRPr>
            </a:lvl2pPr>
            <a:lvl3pPr lvl="2" rtl="0" algn="ctr">
              <a:spcBef>
                <a:spcPts val="0"/>
              </a:spcBef>
              <a:spcAft>
                <a:spcPts val="0"/>
              </a:spcAft>
              <a:buClr>
                <a:schemeClr val="accent3"/>
              </a:buClr>
              <a:buSzPts val="6000"/>
              <a:buNone/>
              <a:defRPr sz="6000">
                <a:solidFill>
                  <a:schemeClr val="accent3"/>
                </a:solidFill>
              </a:defRPr>
            </a:lvl3pPr>
            <a:lvl4pPr lvl="3" rtl="0" algn="ctr">
              <a:spcBef>
                <a:spcPts val="0"/>
              </a:spcBef>
              <a:spcAft>
                <a:spcPts val="0"/>
              </a:spcAft>
              <a:buClr>
                <a:schemeClr val="accent3"/>
              </a:buClr>
              <a:buSzPts val="6000"/>
              <a:buNone/>
              <a:defRPr sz="6000">
                <a:solidFill>
                  <a:schemeClr val="accent3"/>
                </a:solidFill>
              </a:defRPr>
            </a:lvl4pPr>
            <a:lvl5pPr lvl="4" rtl="0" algn="ctr">
              <a:spcBef>
                <a:spcPts val="0"/>
              </a:spcBef>
              <a:spcAft>
                <a:spcPts val="0"/>
              </a:spcAft>
              <a:buClr>
                <a:schemeClr val="accent3"/>
              </a:buClr>
              <a:buSzPts val="6000"/>
              <a:buNone/>
              <a:defRPr sz="6000">
                <a:solidFill>
                  <a:schemeClr val="accent3"/>
                </a:solidFill>
              </a:defRPr>
            </a:lvl5pPr>
            <a:lvl6pPr lvl="5" rtl="0" algn="ctr">
              <a:spcBef>
                <a:spcPts val="0"/>
              </a:spcBef>
              <a:spcAft>
                <a:spcPts val="0"/>
              </a:spcAft>
              <a:buClr>
                <a:schemeClr val="accent3"/>
              </a:buClr>
              <a:buSzPts val="6000"/>
              <a:buNone/>
              <a:defRPr sz="6000">
                <a:solidFill>
                  <a:schemeClr val="accent3"/>
                </a:solidFill>
              </a:defRPr>
            </a:lvl6pPr>
            <a:lvl7pPr lvl="6" rtl="0" algn="ctr">
              <a:spcBef>
                <a:spcPts val="0"/>
              </a:spcBef>
              <a:spcAft>
                <a:spcPts val="0"/>
              </a:spcAft>
              <a:buClr>
                <a:schemeClr val="accent3"/>
              </a:buClr>
              <a:buSzPts val="6000"/>
              <a:buNone/>
              <a:defRPr sz="6000">
                <a:solidFill>
                  <a:schemeClr val="accent3"/>
                </a:solidFill>
              </a:defRPr>
            </a:lvl7pPr>
            <a:lvl8pPr lvl="7" rtl="0" algn="ctr">
              <a:spcBef>
                <a:spcPts val="0"/>
              </a:spcBef>
              <a:spcAft>
                <a:spcPts val="0"/>
              </a:spcAft>
              <a:buClr>
                <a:schemeClr val="accent3"/>
              </a:buClr>
              <a:buSzPts val="6000"/>
              <a:buNone/>
              <a:defRPr sz="6000">
                <a:solidFill>
                  <a:schemeClr val="accent3"/>
                </a:solidFill>
              </a:defRPr>
            </a:lvl8pPr>
            <a:lvl9pPr lvl="8" rtl="0" algn="ctr">
              <a:spcBef>
                <a:spcPts val="0"/>
              </a:spcBef>
              <a:spcAft>
                <a:spcPts val="0"/>
              </a:spcAft>
              <a:buClr>
                <a:schemeClr val="accent3"/>
              </a:buClr>
              <a:buSzPts val="6000"/>
              <a:buNone/>
              <a:defRPr sz="6000">
                <a:solidFill>
                  <a:schemeClr val="accent3"/>
                </a:solidFill>
              </a:defRPr>
            </a:lvl9pPr>
          </a:lstStyle>
          <a:p>
            <a:r>
              <a:t>xx%</a:t>
            </a:r>
          </a:p>
        </p:txBody>
      </p:sp>
      <p:sp>
        <p:nvSpPr>
          <p:cNvPr id="18" name="Google Shape;18;p3"/>
          <p:cNvSpPr txBox="1"/>
          <p:nvPr>
            <p:ph idx="1" type="subTitle"/>
          </p:nvPr>
        </p:nvSpPr>
        <p:spPr>
          <a:xfrm>
            <a:off x="2286000" y="3094025"/>
            <a:ext cx="45720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 name="Google Shape;19;p3"/>
          <p:cNvSpPr txBox="1"/>
          <p:nvPr>
            <p:ph idx="3"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p:nvPr/>
        </p:nvSpPr>
        <p:spPr>
          <a:xfrm>
            <a:off x="560150" y="98680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8499825" y="33773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44175" y="22046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3027450" y="4112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300825" y="36466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855925" y="461958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4"/>
          <p:cNvSpPr txBox="1"/>
          <p:nvPr>
            <p:ph idx="1" type="body"/>
          </p:nvPr>
        </p:nvSpPr>
        <p:spPr>
          <a:xfrm>
            <a:off x="720000" y="1152475"/>
            <a:ext cx="7704000" cy="3416400"/>
          </a:xfrm>
          <a:prstGeom prst="rect">
            <a:avLst/>
          </a:prstGeom>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3"/>
              </a:buClr>
              <a:buSzPts val="1400"/>
              <a:buChar char="●"/>
              <a:defRPr sz="1250">
                <a:solidFill>
                  <a:schemeClr val="accent3"/>
                </a:solidFill>
              </a:defRPr>
            </a:lvl1pPr>
            <a:lvl2pPr indent="-317500" lvl="1" marL="914400" rtl="0">
              <a:lnSpc>
                <a:spcPct val="115000"/>
              </a:lnSpc>
              <a:spcBef>
                <a:spcPts val="0"/>
              </a:spcBef>
              <a:spcAft>
                <a:spcPts val="0"/>
              </a:spcAft>
              <a:buClr>
                <a:schemeClr val="accent3"/>
              </a:buClr>
              <a:buSzPts val="1400"/>
              <a:buFont typeface="Arial"/>
              <a:buChar char="○"/>
              <a:defRPr>
                <a:solidFill>
                  <a:schemeClr val="accent3"/>
                </a:solidFill>
              </a:defRPr>
            </a:lvl2pPr>
            <a:lvl3pPr indent="-317500" lvl="2" marL="1371600" rtl="0">
              <a:lnSpc>
                <a:spcPct val="115000"/>
              </a:lnSpc>
              <a:spcBef>
                <a:spcPts val="0"/>
              </a:spcBef>
              <a:spcAft>
                <a:spcPts val="0"/>
              </a:spcAft>
              <a:buClr>
                <a:schemeClr val="accent3"/>
              </a:buClr>
              <a:buSzPts val="1400"/>
              <a:buFont typeface="Arial"/>
              <a:buChar char="■"/>
              <a:defRPr>
                <a:solidFill>
                  <a:schemeClr val="accent3"/>
                </a:solidFill>
              </a:defRPr>
            </a:lvl3pPr>
            <a:lvl4pPr indent="-317500" lvl="3" marL="1828800" rtl="0">
              <a:lnSpc>
                <a:spcPct val="115000"/>
              </a:lnSpc>
              <a:spcBef>
                <a:spcPts val="0"/>
              </a:spcBef>
              <a:spcAft>
                <a:spcPts val="0"/>
              </a:spcAft>
              <a:buClr>
                <a:schemeClr val="accent3"/>
              </a:buClr>
              <a:buSzPts val="1400"/>
              <a:buFont typeface="Arial"/>
              <a:buChar char="●"/>
              <a:defRPr>
                <a:solidFill>
                  <a:schemeClr val="accent3"/>
                </a:solidFill>
              </a:defRPr>
            </a:lvl4pPr>
            <a:lvl5pPr indent="-317500" lvl="4" marL="2286000" rtl="0">
              <a:lnSpc>
                <a:spcPct val="115000"/>
              </a:lnSpc>
              <a:spcBef>
                <a:spcPts val="0"/>
              </a:spcBef>
              <a:spcAft>
                <a:spcPts val="0"/>
              </a:spcAft>
              <a:buClr>
                <a:schemeClr val="accent3"/>
              </a:buClr>
              <a:buSzPts val="1400"/>
              <a:buFont typeface="Arial"/>
              <a:buChar char="○"/>
              <a:defRPr>
                <a:solidFill>
                  <a:schemeClr val="accent3"/>
                </a:solidFill>
              </a:defRPr>
            </a:lvl5pPr>
            <a:lvl6pPr indent="-317500" lvl="5" marL="2743200" rtl="0">
              <a:lnSpc>
                <a:spcPct val="115000"/>
              </a:lnSpc>
              <a:spcBef>
                <a:spcPts val="0"/>
              </a:spcBef>
              <a:spcAft>
                <a:spcPts val="0"/>
              </a:spcAft>
              <a:buClr>
                <a:schemeClr val="accent3"/>
              </a:buClr>
              <a:buSzPts val="1400"/>
              <a:buFont typeface="Arial"/>
              <a:buChar char="■"/>
              <a:defRPr>
                <a:solidFill>
                  <a:schemeClr val="accent3"/>
                </a:solidFill>
              </a:defRPr>
            </a:lvl6pPr>
            <a:lvl7pPr indent="-317500" lvl="6" marL="3200400" rtl="0">
              <a:lnSpc>
                <a:spcPct val="115000"/>
              </a:lnSpc>
              <a:spcBef>
                <a:spcPts val="0"/>
              </a:spcBef>
              <a:spcAft>
                <a:spcPts val="0"/>
              </a:spcAft>
              <a:buClr>
                <a:schemeClr val="accent3"/>
              </a:buClr>
              <a:buSzPts val="1400"/>
              <a:buFont typeface="Arial"/>
              <a:buChar char="●"/>
              <a:defRPr>
                <a:solidFill>
                  <a:schemeClr val="accent3"/>
                </a:solidFill>
              </a:defRPr>
            </a:lvl7pPr>
            <a:lvl8pPr indent="-317500" lvl="7" marL="3657600" rtl="0">
              <a:lnSpc>
                <a:spcPct val="115000"/>
              </a:lnSpc>
              <a:spcBef>
                <a:spcPts val="0"/>
              </a:spcBef>
              <a:spcAft>
                <a:spcPts val="0"/>
              </a:spcAft>
              <a:buClr>
                <a:schemeClr val="accent3"/>
              </a:buClr>
              <a:buSzPts val="1400"/>
              <a:buFont typeface="Arial"/>
              <a:buChar char="○"/>
              <a:defRPr>
                <a:solidFill>
                  <a:schemeClr val="accent3"/>
                </a:solidFill>
              </a:defRPr>
            </a:lvl8pPr>
            <a:lvl9pPr indent="-317500" lvl="8" marL="4114800" rtl="0">
              <a:lnSpc>
                <a:spcPct val="115000"/>
              </a:lnSpc>
              <a:spcBef>
                <a:spcPts val="0"/>
              </a:spcBef>
              <a:spcAft>
                <a:spcPts val="0"/>
              </a:spcAft>
              <a:buClr>
                <a:schemeClr val="accent3"/>
              </a:buClr>
              <a:buSzPts val="1400"/>
              <a:buFont typeface="Arial"/>
              <a:buChar char="■"/>
              <a:defRPr>
                <a:solidFill>
                  <a:schemeClr val="accent3"/>
                </a:solidFill>
              </a:defRPr>
            </a:lvl9pPr>
          </a:lstStyle>
          <a:p/>
        </p:txBody>
      </p:sp>
      <p:sp>
        <p:nvSpPr>
          <p:cNvPr id="31" name="Google Shape;31;p4"/>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 name="Google Shape;32;p4"/>
          <p:cNvSpPr/>
          <p:nvPr/>
        </p:nvSpPr>
        <p:spPr>
          <a:xfrm>
            <a:off x="344175" y="7625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300825" y="3646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8639525" y="37201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505575" y="21207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7231738" y="2564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flipH="1">
            <a:off x="8670138" y="1589263"/>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idx="1" type="subTitle"/>
          </p:nvPr>
        </p:nvSpPr>
        <p:spPr>
          <a:xfrm>
            <a:off x="719999" y="1535800"/>
            <a:ext cx="27432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Font typeface="Bebas Neue"/>
              <a:buNone/>
              <a:defRPr i="1" sz="2200">
                <a:solidFill>
                  <a:schemeClr val="dk2"/>
                </a:solidFill>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0" name="Google Shape;40;p5"/>
          <p:cNvSpPr txBox="1"/>
          <p:nvPr>
            <p:ph idx="2" type="subTitle"/>
          </p:nvPr>
        </p:nvSpPr>
        <p:spPr>
          <a:xfrm>
            <a:off x="4374874" y="1535800"/>
            <a:ext cx="27432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Font typeface="Bebas Neue"/>
              <a:buNone/>
              <a:defRPr i="1" sz="2200">
                <a:solidFill>
                  <a:schemeClr val="dk2"/>
                </a:solidFill>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41" name="Google Shape;41;p5"/>
          <p:cNvSpPr txBox="1"/>
          <p:nvPr>
            <p:ph idx="3" type="subTitle"/>
          </p:nvPr>
        </p:nvSpPr>
        <p:spPr>
          <a:xfrm>
            <a:off x="720000" y="1879000"/>
            <a:ext cx="2743200" cy="14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1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 name="Google Shape;42;p5"/>
          <p:cNvSpPr txBox="1"/>
          <p:nvPr>
            <p:ph idx="4" type="subTitle"/>
          </p:nvPr>
        </p:nvSpPr>
        <p:spPr>
          <a:xfrm>
            <a:off x="4374875" y="1879000"/>
            <a:ext cx="2743200" cy="14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1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 name="Google Shape;43;p5"/>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4" name="Google Shape;44;p5"/>
          <p:cNvSpPr/>
          <p:nvPr/>
        </p:nvSpPr>
        <p:spPr>
          <a:xfrm>
            <a:off x="2727300"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555350" y="249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344175" y="3053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300825" y="410387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6245025" y="29442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8513125" y="30628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3233138" y="46941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7156200" y="473930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 name="Google Shape;54;p6"/>
          <p:cNvSpPr/>
          <p:nvPr/>
        </p:nvSpPr>
        <p:spPr>
          <a:xfrm>
            <a:off x="1051075" y="47940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7956725" y="479400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3195875" y="1497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344175" y="30535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270675" y="253500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8761450" y="22548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5256100" y="479860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7"/>
          <p:cNvSpPr txBox="1"/>
          <p:nvPr>
            <p:ph idx="1" type="body"/>
          </p:nvPr>
        </p:nvSpPr>
        <p:spPr>
          <a:xfrm>
            <a:off x="720000" y="1346925"/>
            <a:ext cx="4253400" cy="27660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accent3"/>
              </a:buClr>
              <a:buSzPts val="1100"/>
              <a:buFont typeface="Open Sans"/>
              <a:buChar char="●"/>
              <a:defRPr sz="1100">
                <a:solidFill>
                  <a:schemeClr val="accent3"/>
                </a:solidFill>
              </a:defRPr>
            </a:lvl1pPr>
            <a:lvl2pPr indent="-298450" lvl="1" marL="914400" rtl="0">
              <a:lnSpc>
                <a:spcPct val="100000"/>
              </a:lnSpc>
              <a:spcBef>
                <a:spcPts val="0"/>
              </a:spcBef>
              <a:spcAft>
                <a:spcPts val="0"/>
              </a:spcAft>
              <a:buClr>
                <a:schemeClr val="accent3"/>
              </a:buClr>
              <a:buSzPts val="1100"/>
              <a:buFont typeface="Open Sans"/>
              <a:buChar char="○"/>
              <a:defRPr sz="1100">
                <a:solidFill>
                  <a:schemeClr val="accent3"/>
                </a:solidFill>
              </a:defRPr>
            </a:lvl2pPr>
            <a:lvl3pPr indent="-298450" lvl="2" marL="1371600" rtl="0">
              <a:lnSpc>
                <a:spcPct val="100000"/>
              </a:lnSpc>
              <a:spcBef>
                <a:spcPts val="0"/>
              </a:spcBef>
              <a:spcAft>
                <a:spcPts val="0"/>
              </a:spcAft>
              <a:buClr>
                <a:schemeClr val="accent3"/>
              </a:buClr>
              <a:buSzPts val="1100"/>
              <a:buFont typeface="Open Sans"/>
              <a:buChar char="■"/>
              <a:defRPr sz="1100">
                <a:solidFill>
                  <a:schemeClr val="accent3"/>
                </a:solidFill>
              </a:defRPr>
            </a:lvl3pPr>
            <a:lvl4pPr indent="-298450" lvl="3" marL="1828800" rtl="0">
              <a:lnSpc>
                <a:spcPct val="100000"/>
              </a:lnSpc>
              <a:spcBef>
                <a:spcPts val="0"/>
              </a:spcBef>
              <a:spcAft>
                <a:spcPts val="0"/>
              </a:spcAft>
              <a:buClr>
                <a:schemeClr val="accent3"/>
              </a:buClr>
              <a:buSzPts val="1100"/>
              <a:buFont typeface="Open Sans"/>
              <a:buChar char="●"/>
              <a:defRPr sz="1100">
                <a:solidFill>
                  <a:schemeClr val="accent3"/>
                </a:solidFill>
              </a:defRPr>
            </a:lvl4pPr>
            <a:lvl5pPr indent="-298450" lvl="4" marL="2286000" rtl="0">
              <a:lnSpc>
                <a:spcPct val="100000"/>
              </a:lnSpc>
              <a:spcBef>
                <a:spcPts val="0"/>
              </a:spcBef>
              <a:spcAft>
                <a:spcPts val="0"/>
              </a:spcAft>
              <a:buClr>
                <a:schemeClr val="accent3"/>
              </a:buClr>
              <a:buSzPts val="1100"/>
              <a:buFont typeface="Open Sans"/>
              <a:buChar char="○"/>
              <a:defRPr sz="1100">
                <a:solidFill>
                  <a:schemeClr val="accent3"/>
                </a:solidFill>
              </a:defRPr>
            </a:lvl5pPr>
            <a:lvl6pPr indent="-298450" lvl="5" marL="2743200" rtl="0">
              <a:lnSpc>
                <a:spcPct val="100000"/>
              </a:lnSpc>
              <a:spcBef>
                <a:spcPts val="0"/>
              </a:spcBef>
              <a:spcAft>
                <a:spcPts val="0"/>
              </a:spcAft>
              <a:buClr>
                <a:schemeClr val="accent3"/>
              </a:buClr>
              <a:buSzPts val="1100"/>
              <a:buFont typeface="Open Sans"/>
              <a:buChar char="■"/>
              <a:defRPr sz="1100">
                <a:solidFill>
                  <a:schemeClr val="accent3"/>
                </a:solidFill>
              </a:defRPr>
            </a:lvl6pPr>
            <a:lvl7pPr indent="-298450" lvl="6" marL="3200400" rtl="0">
              <a:lnSpc>
                <a:spcPct val="100000"/>
              </a:lnSpc>
              <a:spcBef>
                <a:spcPts val="0"/>
              </a:spcBef>
              <a:spcAft>
                <a:spcPts val="0"/>
              </a:spcAft>
              <a:buClr>
                <a:schemeClr val="accent3"/>
              </a:buClr>
              <a:buSzPts val="1100"/>
              <a:buFont typeface="Open Sans"/>
              <a:buChar char="●"/>
              <a:defRPr sz="1100">
                <a:solidFill>
                  <a:schemeClr val="accent3"/>
                </a:solidFill>
              </a:defRPr>
            </a:lvl7pPr>
            <a:lvl8pPr indent="-298450" lvl="7" marL="3657600" rtl="0">
              <a:lnSpc>
                <a:spcPct val="100000"/>
              </a:lnSpc>
              <a:spcBef>
                <a:spcPts val="0"/>
              </a:spcBef>
              <a:spcAft>
                <a:spcPts val="0"/>
              </a:spcAft>
              <a:buClr>
                <a:schemeClr val="accent3"/>
              </a:buClr>
              <a:buSzPts val="1100"/>
              <a:buFont typeface="Open Sans"/>
              <a:buChar char="○"/>
              <a:defRPr sz="1100">
                <a:solidFill>
                  <a:schemeClr val="accent3"/>
                </a:solidFill>
              </a:defRPr>
            </a:lvl8pPr>
            <a:lvl9pPr indent="-298450" lvl="8" marL="4114800" rtl="0">
              <a:lnSpc>
                <a:spcPct val="100000"/>
              </a:lnSpc>
              <a:spcBef>
                <a:spcPts val="0"/>
              </a:spcBef>
              <a:spcAft>
                <a:spcPts val="0"/>
              </a:spcAft>
              <a:buClr>
                <a:schemeClr val="accent3"/>
              </a:buClr>
              <a:buSzPts val="1100"/>
              <a:buFont typeface="Open Sans"/>
              <a:buChar char="■"/>
              <a:defRPr sz="1100">
                <a:solidFill>
                  <a:schemeClr val="accent3"/>
                </a:solidFill>
              </a:defRPr>
            </a:lvl9pPr>
          </a:lstStyle>
          <a:p/>
        </p:txBody>
      </p:sp>
      <p:sp>
        <p:nvSpPr>
          <p:cNvPr id="63" name="Google Shape;63;p7"/>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 name="Google Shape;64;p7"/>
          <p:cNvSpPr/>
          <p:nvPr>
            <p:ph idx="2" type="pic"/>
          </p:nvPr>
        </p:nvSpPr>
        <p:spPr>
          <a:xfrm>
            <a:off x="5296475" y="1426587"/>
            <a:ext cx="2606700" cy="2606700"/>
          </a:xfrm>
          <a:prstGeom prst="rect">
            <a:avLst/>
          </a:prstGeom>
          <a:noFill/>
          <a:ln>
            <a:noFill/>
          </a:ln>
        </p:spPr>
      </p:sp>
      <p:sp>
        <p:nvSpPr>
          <p:cNvPr id="65" name="Google Shape;65;p7"/>
          <p:cNvSpPr/>
          <p:nvPr/>
        </p:nvSpPr>
        <p:spPr>
          <a:xfrm>
            <a:off x="6703525" y="461958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a:off x="2160650" y="2832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300825" y="3646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6334500"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8549975" y="12565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344175" y="19760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1" name="Shape 71"/>
        <p:cNvGrpSpPr/>
        <p:nvPr/>
      </p:nvGrpSpPr>
      <p:grpSpPr>
        <a:xfrm>
          <a:off x="0" y="0"/>
          <a:ext cx="0" cy="0"/>
          <a:chOff x="0" y="0"/>
          <a:chExt cx="0" cy="0"/>
        </a:xfrm>
      </p:grpSpPr>
      <p:sp>
        <p:nvSpPr>
          <p:cNvPr id="72" name="Google Shape;72;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10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3" name="Shape 73"/>
        <p:cNvGrpSpPr/>
        <p:nvPr/>
      </p:nvGrpSpPr>
      <p:grpSpPr>
        <a:xfrm>
          <a:off x="0" y="0"/>
          <a:ext cx="0" cy="0"/>
          <a:chOff x="0" y="0"/>
          <a:chExt cx="0" cy="0"/>
        </a:xfrm>
      </p:grpSpPr>
      <p:sp>
        <p:nvSpPr>
          <p:cNvPr id="74" name="Google Shape;74;p9"/>
          <p:cNvSpPr txBox="1"/>
          <p:nvPr>
            <p:ph type="title"/>
          </p:nvPr>
        </p:nvSpPr>
        <p:spPr>
          <a:xfrm>
            <a:off x="939000" y="1513675"/>
            <a:ext cx="7266000" cy="1618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i="1" sz="10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5" name="Google Shape;75;p9"/>
          <p:cNvSpPr txBox="1"/>
          <p:nvPr>
            <p:ph idx="1" type="subTitle"/>
          </p:nvPr>
        </p:nvSpPr>
        <p:spPr>
          <a:xfrm>
            <a:off x="1272600" y="3132175"/>
            <a:ext cx="65988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 name="Google Shape;76;p9"/>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7" name="Google Shape;77;p9"/>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9"/>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9"/>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0" name="Google Shape;80;p9"/>
          <p:cNvSpPr/>
          <p:nvPr/>
        </p:nvSpPr>
        <p:spPr>
          <a:xfrm>
            <a:off x="3067100" y="476490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9"/>
          <p:cNvSpPr/>
          <p:nvPr/>
        </p:nvSpPr>
        <p:spPr>
          <a:xfrm>
            <a:off x="8387250" y="44067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a:off x="344175" y="22046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9"/>
          <p:cNvSpPr/>
          <p:nvPr/>
        </p:nvSpPr>
        <p:spPr>
          <a:xfrm>
            <a:off x="344175" y="7625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300825" y="3646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8554850" y="12578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8816625" y="32499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a:off x="6572200" y="47046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a:off x="6093950" y="3685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0"/>
          <p:cNvSpPr txBox="1"/>
          <p:nvPr>
            <p:ph type="title"/>
          </p:nvPr>
        </p:nvSpPr>
        <p:spPr>
          <a:xfrm>
            <a:off x="2564250" y="1929000"/>
            <a:ext cx="4015500" cy="12855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000"/>
              <a:buNone/>
              <a:defRPr i="1"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1" name="Google Shape;91;p10"/>
          <p:cNvSpPr txBox="1"/>
          <p:nvPr>
            <p:ph idx="1"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2" name="Google Shape;92;p10"/>
          <p:cNvSpPr txBox="1"/>
          <p:nvPr>
            <p:ph idx="2"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3" name="Google Shape;93;p10"/>
          <p:cNvSpPr txBox="1"/>
          <p:nvPr>
            <p:ph idx="3"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4" name="Google Shape;94;p10"/>
          <p:cNvSpPr txBox="1"/>
          <p:nvPr>
            <p:ph idx="4"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5" name="Google Shape;95;p10"/>
          <p:cNvSpPr/>
          <p:nvPr/>
        </p:nvSpPr>
        <p:spPr>
          <a:xfrm>
            <a:off x="227325" y="12090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0"/>
          <p:cNvSpPr/>
          <p:nvPr/>
        </p:nvSpPr>
        <p:spPr>
          <a:xfrm>
            <a:off x="300825" y="410387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0"/>
          <p:cNvSpPr/>
          <p:nvPr/>
        </p:nvSpPr>
        <p:spPr>
          <a:xfrm>
            <a:off x="6245025" y="2944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0"/>
          <p:cNvSpPr/>
          <p:nvPr/>
        </p:nvSpPr>
        <p:spPr>
          <a:xfrm>
            <a:off x="5492638" y="465228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0"/>
          <p:cNvGrpSpPr/>
          <p:nvPr/>
        </p:nvGrpSpPr>
        <p:grpSpPr>
          <a:xfrm>
            <a:off x="8334888" y="1618188"/>
            <a:ext cx="178225" cy="178225"/>
            <a:chOff x="6772475" y="3811500"/>
            <a:chExt cx="178225" cy="178225"/>
          </a:xfrm>
        </p:grpSpPr>
        <p:sp>
          <p:nvSpPr>
            <p:cNvPr id="100" name="Google Shape;100;p1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0"/>
          <p:cNvSpPr/>
          <p:nvPr/>
        </p:nvSpPr>
        <p:spPr>
          <a:xfrm>
            <a:off x="3045675" y="29442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sp>
        <p:nvSpPr>
          <p:cNvPr id="107" name="Google Shape;107;p11"/>
          <p:cNvSpPr txBox="1"/>
          <p:nvPr>
            <p:ph hasCustomPrompt="1" type="title"/>
          </p:nvPr>
        </p:nvSpPr>
        <p:spPr>
          <a:xfrm>
            <a:off x="1284000" y="1558475"/>
            <a:ext cx="6576000" cy="1511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10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08" name="Google Shape;108;p11"/>
          <p:cNvSpPr txBox="1"/>
          <p:nvPr>
            <p:ph idx="1" type="subTitle"/>
          </p:nvPr>
        </p:nvSpPr>
        <p:spPr>
          <a:xfrm>
            <a:off x="1284000" y="3069625"/>
            <a:ext cx="65760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09" name="Shape 10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0" name="Shape 110"/>
        <p:cNvGrpSpPr/>
        <p:nvPr/>
      </p:nvGrpSpPr>
      <p:grpSpPr>
        <a:xfrm>
          <a:off x="0" y="0"/>
          <a:ext cx="0" cy="0"/>
          <a:chOff x="0" y="0"/>
          <a:chExt cx="0" cy="0"/>
        </a:xfrm>
      </p:grpSpPr>
      <p:sp>
        <p:nvSpPr>
          <p:cNvPr id="111" name="Google Shape;111;p13"/>
          <p:cNvSpPr txBox="1"/>
          <p:nvPr>
            <p:ph idx="1" type="subTitle"/>
          </p:nvPr>
        </p:nvSpPr>
        <p:spPr>
          <a:xfrm>
            <a:off x="720014" y="1412350"/>
            <a:ext cx="33498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Font typeface="Bebas Neue"/>
              <a:buNone/>
              <a:defRPr sz="2500">
                <a:solidFill>
                  <a:schemeClr val="dk2"/>
                </a:solidFill>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12" name="Google Shape;112;p13"/>
          <p:cNvSpPr txBox="1"/>
          <p:nvPr>
            <p:ph idx="2" type="subTitle"/>
          </p:nvPr>
        </p:nvSpPr>
        <p:spPr>
          <a:xfrm>
            <a:off x="720000" y="1793350"/>
            <a:ext cx="3349800" cy="277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1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3" name="Google Shape;113;p13"/>
          <p:cNvSpPr txBox="1"/>
          <p:nvPr>
            <p:ph idx="3" type="subTitle"/>
          </p:nvPr>
        </p:nvSpPr>
        <p:spPr>
          <a:xfrm>
            <a:off x="4642550" y="1793350"/>
            <a:ext cx="3349800" cy="277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1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4" name="Google Shape;114;p13"/>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5" name="Shape 115"/>
        <p:cNvGrpSpPr/>
        <p:nvPr/>
      </p:nvGrpSpPr>
      <p:grpSpPr>
        <a:xfrm>
          <a:off x="0" y="0"/>
          <a:ext cx="0" cy="0"/>
          <a:chOff x="0" y="0"/>
          <a:chExt cx="0" cy="0"/>
        </a:xfrm>
      </p:grpSpPr>
      <p:sp>
        <p:nvSpPr>
          <p:cNvPr id="116" name="Google Shape;116;p14"/>
          <p:cNvSpPr txBox="1"/>
          <p:nvPr>
            <p:ph type="title"/>
          </p:nvPr>
        </p:nvSpPr>
        <p:spPr>
          <a:xfrm>
            <a:off x="848300" y="1818750"/>
            <a:ext cx="2197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i="1" sz="2200">
                <a:solidFill>
                  <a:schemeClr val="dk2"/>
                </a:solidFill>
                <a:latin typeface="Cousine"/>
                <a:ea typeface="Cousine"/>
                <a:cs typeface="Cousine"/>
                <a:sym typeface="Cousi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7" name="Google Shape;117;p14"/>
          <p:cNvSpPr txBox="1"/>
          <p:nvPr>
            <p:ph hasCustomPrompt="1" idx="2" type="title"/>
          </p:nvPr>
        </p:nvSpPr>
        <p:spPr>
          <a:xfrm>
            <a:off x="1338800" y="1459225"/>
            <a:ext cx="1216200" cy="354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4"/>
          <p:cNvSpPr txBox="1"/>
          <p:nvPr>
            <p:ph idx="1" type="subTitle"/>
          </p:nvPr>
        </p:nvSpPr>
        <p:spPr>
          <a:xfrm>
            <a:off x="848300" y="2278151"/>
            <a:ext cx="2197200" cy="148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100">
                <a:solidFill>
                  <a:schemeClr val="accent6"/>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9" name="Google Shape;119;p14"/>
          <p:cNvSpPr txBox="1"/>
          <p:nvPr>
            <p:ph idx="3" type="title"/>
          </p:nvPr>
        </p:nvSpPr>
        <p:spPr>
          <a:xfrm>
            <a:off x="3459450" y="1818750"/>
            <a:ext cx="22251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i="1" sz="2200">
                <a:solidFill>
                  <a:schemeClr val="dk2"/>
                </a:solidFill>
                <a:latin typeface="Cousine"/>
                <a:ea typeface="Cousine"/>
                <a:cs typeface="Cousine"/>
                <a:sym typeface="Cousi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0" name="Google Shape;120;p14"/>
          <p:cNvSpPr txBox="1"/>
          <p:nvPr>
            <p:ph hasCustomPrompt="1" idx="4" type="title"/>
          </p:nvPr>
        </p:nvSpPr>
        <p:spPr>
          <a:xfrm>
            <a:off x="3964800" y="1459225"/>
            <a:ext cx="1214400" cy="354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4"/>
          <p:cNvSpPr txBox="1"/>
          <p:nvPr>
            <p:ph idx="5" type="subTitle"/>
          </p:nvPr>
        </p:nvSpPr>
        <p:spPr>
          <a:xfrm>
            <a:off x="3459450" y="2278150"/>
            <a:ext cx="2225100" cy="148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100">
                <a:solidFill>
                  <a:schemeClr val="accent6"/>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2" name="Google Shape;122;p14"/>
          <p:cNvSpPr txBox="1"/>
          <p:nvPr>
            <p:ph idx="6" type="title"/>
          </p:nvPr>
        </p:nvSpPr>
        <p:spPr>
          <a:xfrm>
            <a:off x="6098500" y="1818750"/>
            <a:ext cx="21972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i="1" sz="2200">
                <a:solidFill>
                  <a:schemeClr val="dk2"/>
                </a:solidFill>
                <a:latin typeface="Cousine"/>
                <a:ea typeface="Cousine"/>
                <a:cs typeface="Cousine"/>
                <a:sym typeface="Cousi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3" name="Google Shape;123;p14"/>
          <p:cNvSpPr txBox="1"/>
          <p:nvPr>
            <p:ph hasCustomPrompt="1" idx="7" type="title"/>
          </p:nvPr>
        </p:nvSpPr>
        <p:spPr>
          <a:xfrm>
            <a:off x="6589000" y="1459225"/>
            <a:ext cx="1216200" cy="354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4"/>
          <p:cNvSpPr txBox="1"/>
          <p:nvPr>
            <p:ph idx="8" type="subTitle"/>
          </p:nvPr>
        </p:nvSpPr>
        <p:spPr>
          <a:xfrm>
            <a:off x="6098500" y="2278150"/>
            <a:ext cx="2197200" cy="148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100">
                <a:solidFill>
                  <a:schemeClr val="accent6"/>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5" name="Google Shape;125;p14"/>
          <p:cNvSpPr txBox="1"/>
          <p:nvPr>
            <p:ph idx="9"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6" name="Google Shape;126;p14"/>
          <p:cNvSpPr txBox="1"/>
          <p:nvPr>
            <p:ph idx="13"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7" name="Google Shape;127;p14"/>
          <p:cNvSpPr txBox="1"/>
          <p:nvPr>
            <p:ph idx="14"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8" name="Google Shape;128;p14"/>
          <p:cNvSpPr/>
          <p:nvPr/>
        </p:nvSpPr>
        <p:spPr>
          <a:xfrm>
            <a:off x="1905700" y="318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505575" y="21207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344175" y="7625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300825" y="3646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8387250" y="23523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8639525" y="37201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14"/>
          <p:cNvGrpSpPr/>
          <p:nvPr/>
        </p:nvGrpSpPr>
        <p:grpSpPr>
          <a:xfrm>
            <a:off x="3946225" y="4442088"/>
            <a:ext cx="1252525" cy="322800"/>
            <a:chOff x="3946225" y="4442088"/>
            <a:chExt cx="1252525" cy="322800"/>
          </a:xfrm>
        </p:grpSpPr>
        <p:grpSp>
          <p:nvGrpSpPr>
            <p:cNvPr id="135" name="Google Shape;135;p14"/>
            <p:cNvGrpSpPr/>
            <p:nvPr/>
          </p:nvGrpSpPr>
          <p:grpSpPr>
            <a:xfrm>
              <a:off x="4386225" y="4442088"/>
              <a:ext cx="372525" cy="322800"/>
              <a:chOff x="4386225" y="4090138"/>
              <a:chExt cx="372525" cy="322800"/>
            </a:xfrm>
          </p:grpSpPr>
          <p:sp>
            <p:nvSpPr>
              <p:cNvPr id="136" name="Google Shape;136;p14"/>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4"/>
            <p:cNvGrpSpPr/>
            <p:nvPr/>
          </p:nvGrpSpPr>
          <p:grpSpPr>
            <a:xfrm>
              <a:off x="4826225" y="4442088"/>
              <a:ext cx="372525" cy="322800"/>
              <a:chOff x="4826225" y="4090138"/>
              <a:chExt cx="372525" cy="322800"/>
            </a:xfrm>
          </p:grpSpPr>
          <p:sp>
            <p:nvSpPr>
              <p:cNvPr id="164" name="Google Shape;164;p14"/>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 name="Google Shape;182;p14"/>
            <p:cNvGrpSpPr/>
            <p:nvPr/>
          </p:nvGrpSpPr>
          <p:grpSpPr>
            <a:xfrm>
              <a:off x="3946225" y="4442088"/>
              <a:ext cx="372525" cy="322800"/>
              <a:chOff x="3946225" y="4090138"/>
              <a:chExt cx="372525" cy="322800"/>
            </a:xfrm>
          </p:grpSpPr>
          <p:sp>
            <p:nvSpPr>
              <p:cNvPr id="183" name="Google Shape;183;p14"/>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6" name="Google Shape;226;p14"/>
          <p:cNvSpPr/>
          <p:nvPr/>
        </p:nvSpPr>
        <p:spPr>
          <a:xfrm>
            <a:off x="6601925" y="45667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7" name="Shape 227"/>
        <p:cNvGrpSpPr/>
        <p:nvPr/>
      </p:nvGrpSpPr>
      <p:grpSpPr>
        <a:xfrm>
          <a:off x="0" y="0"/>
          <a:ext cx="0" cy="0"/>
          <a:chOff x="0" y="0"/>
          <a:chExt cx="0" cy="0"/>
        </a:xfrm>
      </p:grpSpPr>
      <p:sp>
        <p:nvSpPr>
          <p:cNvPr id="228" name="Google Shape;228;p15"/>
          <p:cNvSpPr txBox="1"/>
          <p:nvPr>
            <p:ph type="title"/>
          </p:nvPr>
        </p:nvSpPr>
        <p:spPr>
          <a:xfrm>
            <a:off x="1090975" y="3157775"/>
            <a:ext cx="6067800" cy="5319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i="1"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29" name="Google Shape;229;p15"/>
          <p:cNvSpPr txBox="1"/>
          <p:nvPr>
            <p:ph idx="1" type="subTitle"/>
          </p:nvPr>
        </p:nvSpPr>
        <p:spPr>
          <a:xfrm>
            <a:off x="1090975" y="1188100"/>
            <a:ext cx="6067800" cy="1740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None/>
              <a:defRPr sz="2500">
                <a:solidFill>
                  <a:schemeClr val="accent3"/>
                </a:solidFill>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230" name="Google Shape;230;p15"/>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1" name="Google Shape;231;p15"/>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2" name="Google Shape;232;p15"/>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3" name="Google Shape;233;p15"/>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4" name="Google Shape;234;p15"/>
          <p:cNvSpPr/>
          <p:nvPr/>
        </p:nvSpPr>
        <p:spPr>
          <a:xfrm>
            <a:off x="2727300" y="3788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555350" y="249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344175" y="3053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300825" y="410387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6245025" y="2944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482400" y="4640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15"/>
          <p:cNvGrpSpPr/>
          <p:nvPr/>
        </p:nvGrpSpPr>
        <p:grpSpPr>
          <a:xfrm>
            <a:off x="8334888" y="1618188"/>
            <a:ext cx="178225" cy="178225"/>
            <a:chOff x="6772475" y="3811500"/>
            <a:chExt cx="178225" cy="178225"/>
          </a:xfrm>
        </p:grpSpPr>
        <p:sp>
          <p:nvSpPr>
            <p:cNvPr id="241" name="Google Shape;241;p1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46" name="Shape 246"/>
        <p:cNvGrpSpPr/>
        <p:nvPr/>
      </p:nvGrpSpPr>
      <p:grpSpPr>
        <a:xfrm>
          <a:off x="0" y="0"/>
          <a:ext cx="0" cy="0"/>
          <a:chOff x="0" y="0"/>
          <a:chExt cx="0" cy="0"/>
        </a:xfrm>
      </p:grpSpPr>
      <p:sp>
        <p:nvSpPr>
          <p:cNvPr id="247" name="Google Shape;247;p16"/>
          <p:cNvSpPr txBox="1"/>
          <p:nvPr>
            <p:ph idx="1" type="subTitle"/>
          </p:nvPr>
        </p:nvSpPr>
        <p:spPr>
          <a:xfrm>
            <a:off x="720000" y="1264175"/>
            <a:ext cx="4267800" cy="333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3"/>
              </a:buClr>
              <a:buSzPts val="1400"/>
              <a:buChar char="●"/>
              <a:defRPr sz="1100">
                <a:solidFill>
                  <a:schemeClr val="accent3"/>
                </a:solidFill>
              </a:defRPr>
            </a:lvl1pPr>
            <a:lvl2pPr lvl="1" rtl="0" algn="ctr">
              <a:lnSpc>
                <a:spcPct val="100000"/>
              </a:lnSpc>
              <a:spcBef>
                <a:spcPts val="1000"/>
              </a:spcBef>
              <a:spcAft>
                <a:spcPts val="0"/>
              </a:spcAft>
              <a:buClr>
                <a:schemeClr val="accent3"/>
              </a:buClr>
              <a:buSzPts val="1400"/>
              <a:buChar char="○"/>
              <a:defRPr>
                <a:solidFill>
                  <a:schemeClr val="accent3"/>
                </a:solidFill>
              </a:defRPr>
            </a:lvl2pPr>
            <a:lvl3pPr lvl="2" rtl="0" algn="ctr">
              <a:lnSpc>
                <a:spcPct val="100000"/>
              </a:lnSpc>
              <a:spcBef>
                <a:spcPts val="0"/>
              </a:spcBef>
              <a:spcAft>
                <a:spcPts val="0"/>
              </a:spcAft>
              <a:buClr>
                <a:schemeClr val="accent3"/>
              </a:buClr>
              <a:buSzPts val="1400"/>
              <a:buChar char="■"/>
              <a:defRPr>
                <a:solidFill>
                  <a:schemeClr val="accent3"/>
                </a:solidFill>
              </a:defRPr>
            </a:lvl3pPr>
            <a:lvl4pPr lvl="3" rtl="0" algn="ctr">
              <a:lnSpc>
                <a:spcPct val="100000"/>
              </a:lnSpc>
              <a:spcBef>
                <a:spcPts val="0"/>
              </a:spcBef>
              <a:spcAft>
                <a:spcPts val="0"/>
              </a:spcAft>
              <a:buClr>
                <a:schemeClr val="accent3"/>
              </a:buClr>
              <a:buSzPts val="1400"/>
              <a:buChar char="●"/>
              <a:defRPr>
                <a:solidFill>
                  <a:schemeClr val="accent3"/>
                </a:solidFill>
              </a:defRPr>
            </a:lvl4pPr>
            <a:lvl5pPr lvl="4" rtl="0" algn="ctr">
              <a:lnSpc>
                <a:spcPct val="100000"/>
              </a:lnSpc>
              <a:spcBef>
                <a:spcPts val="0"/>
              </a:spcBef>
              <a:spcAft>
                <a:spcPts val="0"/>
              </a:spcAft>
              <a:buClr>
                <a:schemeClr val="accent3"/>
              </a:buClr>
              <a:buSzPts val="1400"/>
              <a:buChar char="○"/>
              <a:defRPr>
                <a:solidFill>
                  <a:schemeClr val="accent3"/>
                </a:solidFill>
              </a:defRPr>
            </a:lvl5pPr>
            <a:lvl6pPr lvl="5" rtl="0" algn="ctr">
              <a:lnSpc>
                <a:spcPct val="100000"/>
              </a:lnSpc>
              <a:spcBef>
                <a:spcPts val="0"/>
              </a:spcBef>
              <a:spcAft>
                <a:spcPts val="0"/>
              </a:spcAft>
              <a:buClr>
                <a:schemeClr val="accent3"/>
              </a:buClr>
              <a:buSzPts val="1400"/>
              <a:buChar char="■"/>
              <a:defRPr>
                <a:solidFill>
                  <a:schemeClr val="accent3"/>
                </a:solidFill>
              </a:defRPr>
            </a:lvl6pPr>
            <a:lvl7pPr lvl="6" rtl="0" algn="ctr">
              <a:lnSpc>
                <a:spcPct val="100000"/>
              </a:lnSpc>
              <a:spcBef>
                <a:spcPts val="0"/>
              </a:spcBef>
              <a:spcAft>
                <a:spcPts val="0"/>
              </a:spcAft>
              <a:buClr>
                <a:schemeClr val="accent3"/>
              </a:buClr>
              <a:buSzPts val="1400"/>
              <a:buChar char="●"/>
              <a:defRPr>
                <a:solidFill>
                  <a:schemeClr val="accent3"/>
                </a:solidFill>
              </a:defRPr>
            </a:lvl7pPr>
            <a:lvl8pPr lvl="7" rtl="0" algn="ctr">
              <a:lnSpc>
                <a:spcPct val="100000"/>
              </a:lnSpc>
              <a:spcBef>
                <a:spcPts val="0"/>
              </a:spcBef>
              <a:spcAft>
                <a:spcPts val="0"/>
              </a:spcAft>
              <a:buClr>
                <a:schemeClr val="accent3"/>
              </a:buClr>
              <a:buSzPts val="1400"/>
              <a:buChar char="○"/>
              <a:defRPr>
                <a:solidFill>
                  <a:schemeClr val="accent3"/>
                </a:solidFill>
              </a:defRPr>
            </a:lvl8pPr>
            <a:lvl9pPr lvl="8" rtl="0" algn="ctr">
              <a:lnSpc>
                <a:spcPct val="100000"/>
              </a:lnSpc>
              <a:spcBef>
                <a:spcPts val="0"/>
              </a:spcBef>
              <a:spcAft>
                <a:spcPts val="0"/>
              </a:spcAft>
              <a:buClr>
                <a:schemeClr val="accent3"/>
              </a:buClr>
              <a:buSzPts val="1400"/>
              <a:buChar char="■"/>
              <a:defRPr>
                <a:solidFill>
                  <a:schemeClr val="accent3"/>
                </a:solidFill>
              </a:defRPr>
            </a:lvl9pPr>
          </a:lstStyle>
          <a:p/>
        </p:txBody>
      </p:sp>
      <p:sp>
        <p:nvSpPr>
          <p:cNvPr id="248" name="Google Shape;248;p16"/>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9" name="Google Shape;249;p16"/>
          <p:cNvSpPr/>
          <p:nvPr>
            <p:ph idx="2" type="pic"/>
          </p:nvPr>
        </p:nvSpPr>
        <p:spPr>
          <a:xfrm>
            <a:off x="5497250" y="1407925"/>
            <a:ext cx="2419500" cy="3049800"/>
          </a:xfrm>
          <a:prstGeom prst="rect">
            <a:avLst/>
          </a:prstGeom>
          <a:noFill/>
          <a:ln>
            <a:noFill/>
          </a:ln>
        </p:spPr>
      </p:sp>
      <p:sp>
        <p:nvSpPr>
          <p:cNvPr id="250" name="Google Shape;250;p16"/>
          <p:cNvSpPr/>
          <p:nvPr/>
        </p:nvSpPr>
        <p:spPr>
          <a:xfrm flipH="1">
            <a:off x="5879913"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flipH="1">
            <a:off x="7520188" y="479633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flipH="1">
            <a:off x="8653238" y="246150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flipH="1">
            <a:off x="8263038" y="3053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flipH="1">
            <a:off x="2362188" y="2944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flipH="1">
            <a:off x="353188"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flipH="1">
            <a:off x="1743838" y="479633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 name="Google Shape;257;p16"/>
          <p:cNvGrpSpPr/>
          <p:nvPr/>
        </p:nvGrpSpPr>
        <p:grpSpPr>
          <a:xfrm flipH="1">
            <a:off x="300825" y="4514375"/>
            <a:ext cx="178225" cy="178225"/>
            <a:chOff x="6772475" y="3811500"/>
            <a:chExt cx="178225" cy="178225"/>
          </a:xfrm>
        </p:grpSpPr>
        <p:sp>
          <p:nvSpPr>
            <p:cNvPr id="258" name="Google Shape;258;p16"/>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6"/>
          <p:cNvGrpSpPr/>
          <p:nvPr/>
        </p:nvGrpSpPr>
        <p:grpSpPr>
          <a:xfrm flipH="1">
            <a:off x="8424000" y="957300"/>
            <a:ext cx="178225" cy="178225"/>
            <a:chOff x="6772475" y="3811500"/>
            <a:chExt cx="178225" cy="178225"/>
          </a:xfrm>
        </p:grpSpPr>
        <p:sp>
          <p:nvSpPr>
            <p:cNvPr id="264" name="Google Shape;264;p16"/>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 name="Google Shape;269;p16"/>
          <p:cNvSpPr/>
          <p:nvPr/>
        </p:nvSpPr>
        <p:spPr>
          <a:xfrm flipH="1">
            <a:off x="300825" y="111830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BLANK_1_1_1_2_1">
    <p:spTree>
      <p:nvGrpSpPr>
        <p:cNvPr id="270" name="Shape 270"/>
        <p:cNvGrpSpPr/>
        <p:nvPr/>
      </p:nvGrpSpPr>
      <p:grpSpPr>
        <a:xfrm>
          <a:off x="0" y="0"/>
          <a:ext cx="0" cy="0"/>
          <a:chOff x="0" y="0"/>
          <a:chExt cx="0" cy="0"/>
        </a:xfrm>
      </p:grpSpPr>
      <p:sp>
        <p:nvSpPr>
          <p:cNvPr id="271" name="Google Shape;271;p17"/>
          <p:cNvSpPr txBox="1"/>
          <p:nvPr>
            <p:ph type="title"/>
          </p:nvPr>
        </p:nvSpPr>
        <p:spPr>
          <a:xfrm>
            <a:off x="5893450" y="1202413"/>
            <a:ext cx="2530800" cy="4572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i="1" sz="2200">
                <a:solidFill>
                  <a:schemeClr val="dk2"/>
                </a:solidFill>
                <a:latin typeface="Cousine"/>
                <a:ea typeface="Cousine"/>
                <a:cs typeface="Cousine"/>
                <a:sym typeface="Cousine"/>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72" name="Google Shape;272;p17"/>
          <p:cNvSpPr txBox="1"/>
          <p:nvPr>
            <p:ph idx="1" type="subTitle"/>
          </p:nvPr>
        </p:nvSpPr>
        <p:spPr>
          <a:xfrm>
            <a:off x="5893450" y="1610089"/>
            <a:ext cx="2530800" cy="525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2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 name="Google Shape;273;p17"/>
          <p:cNvSpPr txBox="1"/>
          <p:nvPr>
            <p:ph idx="2" type="title"/>
          </p:nvPr>
        </p:nvSpPr>
        <p:spPr>
          <a:xfrm>
            <a:off x="5893450" y="2308654"/>
            <a:ext cx="2530800" cy="4572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i="1" sz="2200">
                <a:solidFill>
                  <a:schemeClr val="dk2"/>
                </a:solidFill>
                <a:latin typeface="Cousine"/>
                <a:ea typeface="Cousine"/>
                <a:cs typeface="Cousine"/>
                <a:sym typeface="Cousine"/>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74" name="Google Shape;274;p17"/>
          <p:cNvSpPr txBox="1"/>
          <p:nvPr>
            <p:ph idx="3" type="subTitle"/>
          </p:nvPr>
        </p:nvSpPr>
        <p:spPr>
          <a:xfrm>
            <a:off x="5893450" y="2716332"/>
            <a:ext cx="2530800" cy="525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2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17"/>
          <p:cNvSpPr txBox="1"/>
          <p:nvPr>
            <p:ph idx="4" type="title"/>
          </p:nvPr>
        </p:nvSpPr>
        <p:spPr>
          <a:xfrm>
            <a:off x="5893450" y="3414896"/>
            <a:ext cx="2530800" cy="457200"/>
          </a:xfrm>
          <a:prstGeom prst="rect">
            <a:avLst/>
          </a:prstGeom>
        </p:spPr>
        <p:txBody>
          <a:bodyPr anchorCtr="0" anchor="t" bIns="91425" lIns="91425" spcFirstLastPara="1" rIns="91425" wrap="square" tIns="91425">
            <a:noAutofit/>
          </a:bodyPr>
          <a:lstStyle>
            <a:lvl1pPr lvl="0" rtl="0">
              <a:spcBef>
                <a:spcPts val="0"/>
              </a:spcBef>
              <a:spcAft>
                <a:spcPts val="0"/>
              </a:spcAft>
              <a:buSzPts val="2500"/>
              <a:buNone/>
              <a:defRPr i="1" sz="2200">
                <a:solidFill>
                  <a:schemeClr val="dk2"/>
                </a:solidFill>
                <a:latin typeface="Cousine"/>
                <a:ea typeface="Cousine"/>
                <a:cs typeface="Cousine"/>
                <a:sym typeface="Cousine"/>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76" name="Google Shape;276;p17"/>
          <p:cNvSpPr txBox="1"/>
          <p:nvPr>
            <p:ph idx="5" type="subTitle"/>
          </p:nvPr>
        </p:nvSpPr>
        <p:spPr>
          <a:xfrm>
            <a:off x="5893450" y="3822575"/>
            <a:ext cx="2530800" cy="525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200">
                <a:solidFill>
                  <a:schemeClr val="accent3"/>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7" name="Google Shape;277;p17"/>
          <p:cNvSpPr txBox="1"/>
          <p:nvPr>
            <p:ph idx="6" type="title"/>
          </p:nvPr>
        </p:nvSpPr>
        <p:spPr>
          <a:xfrm>
            <a:off x="720000" y="539998"/>
            <a:ext cx="7704000" cy="46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i="1" sz="2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8" name="Google Shape;278;p17"/>
          <p:cNvSpPr/>
          <p:nvPr/>
        </p:nvSpPr>
        <p:spPr>
          <a:xfrm flipH="1">
            <a:off x="5879913"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
          <p:cNvSpPr/>
          <p:nvPr/>
        </p:nvSpPr>
        <p:spPr>
          <a:xfrm flipH="1">
            <a:off x="7520188" y="479633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7"/>
          <p:cNvSpPr/>
          <p:nvPr/>
        </p:nvSpPr>
        <p:spPr>
          <a:xfrm flipH="1">
            <a:off x="8592088" y="21048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
          <p:cNvSpPr/>
          <p:nvPr/>
        </p:nvSpPr>
        <p:spPr>
          <a:xfrm flipH="1">
            <a:off x="8865313" y="38721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7"/>
          <p:cNvSpPr/>
          <p:nvPr/>
        </p:nvSpPr>
        <p:spPr>
          <a:xfrm flipH="1">
            <a:off x="5312513" y="48698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7"/>
          <p:cNvSpPr/>
          <p:nvPr/>
        </p:nvSpPr>
        <p:spPr>
          <a:xfrm flipH="1">
            <a:off x="300825" y="81350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7"/>
          <p:cNvSpPr/>
          <p:nvPr/>
        </p:nvSpPr>
        <p:spPr>
          <a:xfrm flipH="1">
            <a:off x="374313" y="23880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
          <p:cNvSpPr/>
          <p:nvPr/>
        </p:nvSpPr>
        <p:spPr>
          <a:xfrm flipH="1">
            <a:off x="463263" y="47817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flipH="1">
            <a:off x="3215813" y="231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BLANK_1_1_1_1_1_1_3">
    <p:spTree>
      <p:nvGrpSpPr>
        <p:cNvPr id="287" name="Shape 287"/>
        <p:cNvGrpSpPr/>
        <p:nvPr/>
      </p:nvGrpSpPr>
      <p:grpSpPr>
        <a:xfrm>
          <a:off x="0" y="0"/>
          <a:ext cx="0" cy="0"/>
          <a:chOff x="0" y="0"/>
          <a:chExt cx="0" cy="0"/>
        </a:xfrm>
      </p:grpSpPr>
      <p:sp>
        <p:nvSpPr>
          <p:cNvPr id="288" name="Google Shape;288;p18"/>
          <p:cNvSpPr txBox="1"/>
          <p:nvPr>
            <p:ph hasCustomPrompt="1" type="title"/>
          </p:nvPr>
        </p:nvSpPr>
        <p:spPr>
          <a:xfrm>
            <a:off x="720000" y="2160543"/>
            <a:ext cx="228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89" name="Google Shape;289;p18"/>
          <p:cNvSpPr txBox="1"/>
          <p:nvPr>
            <p:ph idx="1" type="subTitle"/>
          </p:nvPr>
        </p:nvSpPr>
        <p:spPr>
          <a:xfrm>
            <a:off x="720000" y="2988860"/>
            <a:ext cx="22860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0" name="Google Shape;290;p18"/>
          <p:cNvSpPr txBox="1"/>
          <p:nvPr>
            <p:ph hasCustomPrompt="1" idx="2" type="title"/>
          </p:nvPr>
        </p:nvSpPr>
        <p:spPr>
          <a:xfrm>
            <a:off x="3429000" y="2160531"/>
            <a:ext cx="228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91" name="Google Shape;291;p18"/>
          <p:cNvSpPr txBox="1"/>
          <p:nvPr>
            <p:ph idx="3" type="subTitle"/>
          </p:nvPr>
        </p:nvSpPr>
        <p:spPr>
          <a:xfrm>
            <a:off x="3429000" y="2988831"/>
            <a:ext cx="22860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18"/>
          <p:cNvSpPr txBox="1"/>
          <p:nvPr>
            <p:ph hasCustomPrompt="1" idx="4" type="title"/>
          </p:nvPr>
        </p:nvSpPr>
        <p:spPr>
          <a:xfrm>
            <a:off x="6138000" y="2160531"/>
            <a:ext cx="22860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93" name="Google Shape;293;p18"/>
          <p:cNvSpPr txBox="1"/>
          <p:nvPr>
            <p:ph idx="5" type="subTitle"/>
          </p:nvPr>
        </p:nvSpPr>
        <p:spPr>
          <a:xfrm>
            <a:off x="6138000" y="2988831"/>
            <a:ext cx="22860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94" name="Shape 294"/>
        <p:cNvGrpSpPr/>
        <p:nvPr/>
      </p:nvGrpSpPr>
      <p:grpSpPr>
        <a:xfrm>
          <a:off x="0" y="0"/>
          <a:ext cx="0" cy="0"/>
          <a:chOff x="0" y="0"/>
          <a:chExt cx="0" cy="0"/>
        </a:xfrm>
      </p:grpSpPr>
      <p:sp>
        <p:nvSpPr>
          <p:cNvPr id="295" name="Google Shape;295;p19"/>
          <p:cNvSpPr txBox="1"/>
          <p:nvPr>
            <p:ph type="ctrTitle"/>
          </p:nvPr>
        </p:nvSpPr>
        <p:spPr>
          <a:xfrm>
            <a:off x="720000" y="619412"/>
            <a:ext cx="7704000" cy="12492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5200"/>
              <a:buNone/>
              <a:defRPr i="1" sz="8000">
                <a:solidFill>
                  <a:schemeClr val="accent3"/>
                </a:solidFill>
              </a:defRPr>
            </a:lvl1pPr>
            <a:lvl2pPr lvl="1" rtl="0" algn="ctr">
              <a:spcBef>
                <a:spcPts val="0"/>
              </a:spcBef>
              <a:spcAft>
                <a:spcPts val="0"/>
              </a:spcAft>
              <a:buClr>
                <a:schemeClr val="accent3"/>
              </a:buClr>
              <a:buSzPts val="5200"/>
              <a:buNone/>
              <a:defRPr sz="5200">
                <a:solidFill>
                  <a:schemeClr val="accent3"/>
                </a:solidFill>
              </a:defRPr>
            </a:lvl2pPr>
            <a:lvl3pPr lvl="2" rtl="0" algn="ctr">
              <a:spcBef>
                <a:spcPts val="0"/>
              </a:spcBef>
              <a:spcAft>
                <a:spcPts val="0"/>
              </a:spcAft>
              <a:buClr>
                <a:schemeClr val="accent3"/>
              </a:buClr>
              <a:buSzPts val="5200"/>
              <a:buNone/>
              <a:defRPr sz="5200">
                <a:solidFill>
                  <a:schemeClr val="accent3"/>
                </a:solidFill>
              </a:defRPr>
            </a:lvl3pPr>
            <a:lvl4pPr lvl="3" rtl="0" algn="ctr">
              <a:spcBef>
                <a:spcPts val="0"/>
              </a:spcBef>
              <a:spcAft>
                <a:spcPts val="0"/>
              </a:spcAft>
              <a:buClr>
                <a:schemeClr val="accent3"/>
              </a:buClr>
              <a:buSzPts val="5200"/>
              <a:buNone/>
              <a:defRPr sz="5200">
                <a:solidFill>
                  <a:schemeClr val="accent3"/>
                </a:solidFill>
              </a:defRPr>
            </a:lvl4pPr>
            <a:lvl5pPr lvl="4" rtl="0" algn="ctr">
              <a:spcBef>
                <a:spcPts val="0"/>
              </a:spcBef>
              <a:spcAft>
                <a:spcPts val="0"/>
              </a:spcAft>
              <a:buClr>
                <a:schemeClr val="accent3"/>
              </a:buClr>
              <a:buSzPts val="5200"/>
              <a:buNone/>
              <a:defRPr sz="5200">
                <a:solidFill>
                  <a:schemeClr val="accent3"/>
                </a:solidFill>
              </a:defRPr>
            </a:lvl5pPr>
            <a:lvl6pPr lvl="5" rtl="0" algn="ctr">
              <a:spcBef>
                <a:spcPts val="0"/>
              </a:spcBef>
              <a:spcAft>
                <a:spcPts val="0"/>
              </a:spcAft>
              <a:buClr>
                <a:schemeClr val="accent3"/>
              </a:buClr>
              <a:buSzPts val="5200"/>
              <a:buNone/>
              <a:defRPr sz="5200">
                <a:solidFill>
                  <a:schemeClr val="accent3"/>
                </a:solidFill>
              </a:defRPr>
            </a:lvl6pPr>
            <a:lvl7pPr lvl="6" rtl="0" algn="ctr">
              <a:spcBef>
                <a:spcPts val="0"/>
              </a:spcBef>
              <a:spcAft>
                <a:spcPts val="0"/>
              </a:spcAft>
              <a:buClr>
                <a:schemeClr val="accent3"/>
              </a:buClr>
              <a:buSzPts val="5200"/>
              <a:buNone/>
              <a:defRPr sz="5200">
                <a:solidFill>
                  <a:schemeClr val="accent3"/>
                </a:solidFill>
              </a:defRPr>
            </a:lvl7pPr>
            <a:lvl8pPr lvl="7" rtl="0" algn="ctr">
              <a:spcBef>
                <a:spcPts val="0"/>
              </a:spcBef>
              <a:spcAft>
                <a:spcPts val="0"/>
              </a:spcAft>
              <a:buClr>
                <a:schemeClr val="accent3"/>
              </a:buClr>
              <a:buSzPts val="5200"/>
              <a:buNone/>
              <a:defRPr sz="5200">
                <a:solidFill>
                  <a:schemeClr val="accent3"/>
                </a:solidFill>
              </a:defRPr>
            </a:lvl8pPr>
            <a:lvl9pPr lvl="8" rtl="0" algn="ctr">
              <a:spcBef>
                <a:spcPts val="0"/>
              </a:spcBef>
              <a:spcAft>
                <a:spcPts val="0"/>
              </a:spcAft>
              <a:buClr>
                <a:schemeClr val="accent3"/>
              </a:buClr>
              <a:buSzPts val="5200"/>
              <a:buNone/>
              <a:defRPr sz="5200">
                <a:solidFill>
                  <a:schemeClr val="accent3"/>
                </a:solidFill>
              </a:defRPr>
            </a:lvl9pPr>
          </a:lstStyle>
          <a:p/>
        </p:txBody>
      </p:sp>
      <p:sp>
        <p:nvSpPr>
          <p:cNvPr id="296" name="Google Shape;296;p19"/>
          <p:cNvSpPr txBox="1"/>
          <p:nvPr>
            <p:ph idx="1" type="subTitle"/>
          </p:nvPr>
        </p:nvSpPr>
        <p:spPr>
          <a:xfrm>
            <a:off x="1757700" y="1896425"/>
            <a:ext cx="5628600" cy="118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97" name="Google Shape;297;p19"/>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98" name="Google Shape;298;p19"/>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99" name="Google Shape;299;p19"/>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00" name="Google Shape;300;p19"/>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sz="900">
                <a:latin typeface="Press Start 2P"/>
                <a:ea typeface="Press Start 2P"/>
                <a:cs typeface="Press Start 2P"/>
                <a:sym typeface="Press Start 2P"/>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01" name="Google Shape;301;p19"/>
          <p:cNvSpPr txBox="1"/>
          <p:nvPr/>
        </p:nvSpPr>
        <p:spPr>
          <a:xfrm>
            <a:off x="1504450" y="3567300"/>
            <a:ext cx="5982600" cy="365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300"/>
              </a:spcBef>
              <a:spcAft>
                <a:spcPts val="0"/>
              </a:spcAft>
              <a:buNone/>
            </a:pPr>
            <a:r>
              <a:rPr lang="en" sz="1200">
                <a:solidFill>
                  <a:schemeClr val="accent3"/>
                </a:solidFill>
                <a:latin typeface="Cousine"/>
                <a:ea typeface="Cousine"/>
                <a:cs typeface="Cousine"/>
                <a:sym typeface="Cousine"/>
              </a:rPr>
              <a:t>CREDITS: This presentation template was created by </a:t>
            </a:r>
            <a:r>
              <a:rPr b="1" lang="en" sz="1200">
                <a:solidFill>
                  <a:schemeClr val="accent3"/>
                </a:solidFill>
                <a:uFill>
                  <a:noFill/>
                </a:uFill>
                <a:latin typeface="Cousine"/>
                <a:ea typeface="Cousine"/>
                <a:cs typeface="Cousine"/>
                <a:sym typeface="Cousine"/>
                <a:hlinkClick r:id="rId2">
                  <a:extLst>
                    <a:ext uri="{A12FA001-AC4F-418D-AE19-62706E023703}">
                      <ahyp:hlinkClr val="tx"/>
                    </a:ext>
                  </a:extLst>
                </a:hlinkClick>
              </a:rPr>
              <a:t>Slidesgo</a:t>
            </a:r>
            <a:r>
              <a:rPr lang="en" sz="1200">
                <a:solidFill>
                  <a:schemeClr val="accent3"/>
                </a:solidFill>
                <a:latin typeface="Cousine"/>
                <a:ea typeface="Cousine"/>
                <a:cs typeface="Cousine"/>
                <a:sym typeface="Cousine"/>
              </a:rPr>
              <a:t>, including icons by </a:t>
            </a:r>
            <a:r>
              <a:rPr b="1" lang="en" sz="1200">
                <a:solidFill>
                  <a:schemeClr val="accent3"/>
                </a:solidFill>
                <a:uFill>
                  <a:noFill/>
                </a:uFill>
                <a:latin typeface="Cousine"/>
                <a:ea typeface="Cousine"/>
                <a:cs typeface="Cousine"/>
                <a:sym typeface="Cousine"/>
                <a:hlinkClick r:id="rId3">
                  <a:extLst>
                    <a:ext uri="{A12FA001-AC4F-418D-AE19-62706E023703}">
                      <ahyp:hlinkClr val="tx"/>
                    </a:ext>
                  </a:extLst>
                </a:hlinkClick>
              </a:rPr>
              <a:t>Flaticon</a:t>
            </a:r>
            <a:r>
              <a:rPr lang="en" sz="1200">
                <a:solidFill>
                  <a:schemeClr val="accent3"/>
                </a:solidFill>
                <a:latin typeface="Cousine"/>
                <a:ea typeface="Cousine"/>
                <a:cs typeface="Cousine"/>
                <a:sym typeface="Cousine"/>
              </a:rPr>
              <a:t>, infographics &amp; images by </a:t>
            </a:r>
            <a:r>
              <a:rPr b="1" lang="en" sz="1200">
                <a:solidFill>
                  <a:schemeClr val="accent3"/>
                </a:solidFill>
                <a:uFill>
                  <a:noFill/>
                </a:uFill>
                <a:latin typeface="Cousine"/>
                <a:ea typeface="Cousine"/>
                <a:cs typeface="Cousine"/>
                <a:sym typeface="Cousine"/>
                <a:hlinkClick r:id="rId4">
                  <a:extLst>
                    <a:ext uri="{A12FA001-AC4F-418D-AE19-62706E023703}">
                      <ahyp:hlinkClr val="tx"/>
                    </a:ext>
                  </a:extLst>
                </a:hlinkClick>
              </a:rPr>
              <a:t>Freepik</a:t>
            </a:r>
            <a:endParaRPr b="1" sz="1200">
              <a:solidFill>
                <a:schemeClr val="accent3"/>
              </a:solidFill>
              <a:latin typeface="Cousine"/>
              <a:ea typeface="Cousine"/>
              <a:cs typeface="Cousine"/>
              <a:sym typeface="Cousine"/>
            </a:endParaRPr>
          </a:p>
        </p:txBody>
      </p:sp>
      <p:sp>
        <p:nvSpPr>
          <p:cNvPr id="302" name="Google Shape;302;p19"/>
          <p:cNvSpPr/>
          <p:nvPr/>
        </p:nvSpPr>
        <p:spPr>
          <a:xfrm flipH="1">
            <a:off x="5879913"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flipH="1">
            <a:off x="8592088" y="21048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flipH="1">
            <a:off x="8484313" y="37197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flipH="1">
            <a:off x="374313" y="23880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flipH="1">
            <a:off x="8424000" y="8870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flipH="1">
            <a:off x="463263" y="47817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flipH="1">
            <a:off x="6075463" y="4652288"/>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flipH="1">
            <a:off x="377025" y="8897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flipH="1">
            <a:off x="3215813" y="231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311" name="Shape 311"/>
        <p:cNvGrpSpPr/>
        <p:nvPr/>
      </p:nvGrpSpPr>
      <p:grpSpPr>
        <a:xfrm>
          <a:off x="0" y="0"/>
          <a:ext cx="0" cy="0"/>
          <a:chOff x="0" y="0"/>
          <a:chExt cx="0" cy="0"/>
        </a:xfrm>
      </p:grpSpPr>
      <p:sp>
        <p:nvSpPr>
          <p:cNvPr id="312" name="Google Shape;312;p20"/>
          <p:cNvSpPr/>
          <p:nvPr/>
        </p:nvSpPr>
        <p:spPr>
          <a:xfrm flipH="1">
            <a:off x="5879913" y="3788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0"/>
          <p:cNvSpPr/>
          <p:nvPr/>
        </p:nvSpPr>
        <p:spPr>
          <a:xfrm flipH="1">
            <a:off x="7520188" y="479633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0"/>
          <p:cNvSpPr/>
          <p:nvPr/>
        </p:nvSpPr>
        <p:spPr>
          <a:xfrm flipH="1">
            <a:off x="863763" y="18927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0"/>
          <p:cNvSpPr/>
          <p:nvPr/>
        </p:nvSpPr>
        <p:spPr>
          <a:xfrm flipH="1">
            <a:off x="1376338" y="6247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0"/>
          <p:cNvSpPr/>
          <p:nvPr/>
        </p:nvSpPr>
        <p:spPr>
          <a:xfrm flipH="1">
            <a:off x="6646488" y="6247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0"/>
          <p:cNvSpPr/>
          <p:nvPr/>
        </p:nvSpPr>
        <p:spPr>
          <a:xfrm flipH="1">
            <a:off x="8653238" y="246150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0"/>
          <p:cNvSpPr/>
          <p:nvPr/>
        </p:nvSpPr>
        <p:spPr>
          <a:xfrm flipH="1">
            <a:off x="8263038" y="3053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p:nvPr/>
        </p:nvSpPr>
        <p:spPr>
          <a:xfrm flipH="1">
            <a:off x="8306388" y="410387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0"/>
          <p:cNvSpPr/>
          <p:nvPr/>
        </p:nvSpPr>
        <p:spPr>
          <a:xfrm flipH="1">
            <a:off x="3593213" y="2318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0"/>
          <p:cNvSpPr/>
          <p:nvPr/>
        </p:nvSpPr>
        <p:spPr>
          <a:xfrm flipH="1">
            <a:off x="300825" y="81350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0"/>
          <p:cNvSpPr/>
          <p:nvPr/>
        </p:nvSpPr>
        <p:spPr>
          <a:xfrm flipH="1">
            <a:off x="353188"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0"/>
          <p:cNvSpPr/>
          <p:nvPr/>
        </p:nvSpPr>
        <p:spPr>
          <a:xfrm flipH="1">
            <a:off x="4270375" y="47963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0"/>
          <p:cNvSpPr/>
          <p:nvPr/>
        </p:nvSpPr>
        <p:spPr>
          <a:xfrm flipH="1">
            <a:off x="1743838" y="479633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 name="Google Shape;325;p20"/>
          <p:cNvGrpSpPr/>
          <p:nvPr/>
        </p:nvGrpSpPr>
        <p:grpSpPr>
          <a:xfrm flipH="1">
            <a:off x="300825" y="4514375"/>
            <a:ext cx="178225" cy="178225"/>
            <a:chOff x="6772475" y="3811500"/>
            <a:chExt cx="178225" cy="178225"/>
          </a:xfrm>
        </p:grpSpPr>
        <p:sp>
          <p:nvSpPr>
            <p:cNvPr id="326" name="Google Shape;326;p2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20"/>
          <p:cNvGrpSpPr/>
          <p:nvPr/>
        </p:nvGrpSpPr>
        <p:grpSpPr>
          <a:xfrm flipH="1">
            <a:off x="8424000" y="957300"/>
            <a:ext cx="178225" cy="178225"/>
            <a:chOff x="6772475" y="3811500"/>
            <a:chExt cx="178225" cy="178225"/>
          </a:xfrm>
        </p:grpSpPr>
        <p:sp>
          <p:nvSpPr>
            <p:cNvPr id="332" name="Google Shape;332;p2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37" name="Shape 337"/>
        <p:cNvGrpSpPr/>
        <p:nvPr/>
      </p:nvGrpSpPr>
      <p:grpSpPr>
        <a:xfrm>
          <a:off x="0" y="0"/>
          <a:ext cx="0" cy="0"/>
          <a:chOff x="0" y="0"/>
          <a:chExt cx="0" cy="0"/>
        </a:xfrm>
      </p:grpSpPr>
      <p:sp>
        <p:nvSpPr>
          <p:cNvPr id="338" name="Google Shape;338;p21"/>
          <p:cNvSpPr/>
          <p:nvPr/>
        </p:nvSpPr>
        <p:spPr>
          <a:xfrm>
            <a:off x="1825125" y="46650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1"/>
          <p:cNvSpPr/>
          <p:nvPr/>
        </p:nvSpPr>
        <p:spPr>
          <a:xfrm>
            <a:off x="6855925" y="4619588"/>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1"/>
          <p:cNvSpPr/>
          <p:nvPr/>
        </p:nvSpPr>
        <p:spPr>
          <a:xfrm>
            <a:off x="3201025" y="456675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1"/>
          <p:cNvSpPr/>
          <p:nvPr/>
        </p:nvSpPr>
        <p:spPr>
          <a:xfrm>
            <a:off x="8347425" y="32249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1"/>
          <p:cNvSpPr/>
          <p:nvPr/>
        </p:nvSpPr>
        <p:spPr>
          <a:xfrm>
            <a:off x="344175" y="220461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1"/>
          <p:cNvSpPr/>
          <p:nvPr/>
        </p:nvSpPr>
        <p:spPr>
          <a:xfrm>
            <a:off x="8321375" y="14347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1"/>
          <p:cNvSpPr/>
          <p:nvPr/>
        </p:nvSpPr>
        <p:spPr>
          <a:xfrm>
            <a:off x="3946225" y="5312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1"/>
          <p:cNvSpPr/>
          <p:nvPr/>
        </p:nvSpPr>
        <p:spPr>
          <a:xfrm>
            <a:off x="300825" y="36466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
          <p:cNvSpPr/>
          <p:nvPr/>
        </p:nvSpPr>
        <p:spPr>
          <a:xfrm>
            <a:off x="6127600" y="3961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1"/>
          <p:cNvSpPr/>
          <p:nvPr/>
        </p:nvSpPr>
        <p:spPr>
          <a:xfrm>
            <a:off x="7853775" y="6954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1"/>
          <p:cNvSpPr/>
          <p:nvPr/>
        </p:nvSpPr>
        <p:spPr>
          <a:xfrm>
            <a:off x="8689275" y="3226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1"/>
          <p:cNvSpPr/>
          <p:nvPr/>
        </p:nvSpPr>
        <p:spPr>
          <a:xfrm>
            <a:off x="8844175" y="24982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1"/>
          <p:cNvSpPr/>
          <p:nvPr/>
        </p:nvSpPr>
        <p:spPr>
          <a:xfrm>
            <a:off x="683250" y="4493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1"/>
          <p:cNvSpPr/>
          <p:nvPr/>
        </p:nvSpPr>
        <p:spPr>
          <a:xfrm>
            <a:off x="5940500" y="445142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 name="Google Shape;352;p21"/>
          <p:cNvGrpSpPr/>
          <p:nvPr/>
        </p:nvGrpSpPr>
        <p:grpSpPr>
          <a:xfrm>
            <a:off x="1976863" y="4797388"/>
            <a:ext cx="178225" cy="178225"/>
            <a:chOff x="6772475" y="3811500"/>
            <a:chExt cx="178225" cy="178225"/>
          </a:xfrm>
        </p:grpSpPr>
        <p:sp>
          <p:nvSpPr>
            <p:cNvPr id="353" name="Google Shape;353;p21"/>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1"/>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1"/>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1"/>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1"/>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21"/>
          <p:cNvGrpSpPr/>
          <p:nvPr/>
        </p:nvGrpSpPr>
        <p:grpSpPr>
          <a:xfrm>
            <a:off x="374325" y="1330050"/>
            <a:ext cx="178225" cy="178225"/>
            <a:chOff x="6772475" y="3811500"/>
            <a:chExt cx="178225" cy="178225"/>
          </a:xfrm>
        </p:grpSpPr>
        <p:sp>
          <p:nvSpPr>
            <p:cNvPr id="359" name="Google Shape;359;p21"/>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1"/>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1"/>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1"/>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21"/>
          <p:cNvGrpSpPr/>
          <p:nvPr/>
        </p:nvGrpSpPr>
        <p:grpSpPr>
          <a:xfrm>
            <a:off x="226481" y="230381"/>
            <a:ext cx="654857" cy="545738"/>
            <a:chOff x="3098431" y="2820919"/>
            <a:chExt cx="654857" cy="545738"/>
          </a:xfrm>
        </p:grpSpPr>
        <p:sp>
          <p:nvSpPr>
            <p:cNvPr id="365" name="Google Shape;365;p21"/>
            <p:cNvSpPr/>
            <p:nvPr/>
          </p:nvSpPr>
          <p:spPr>
            <a:xfrm>
              <a:off x="3425859" y="331205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1"/>
            <p:cNvSpPr/>
            <p:nvPr/>
          </p:nvSpPr>
          <p:spPr>
            <a:xfrm>
              <a:off x="3262154" y="3312053"/>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1"/>
            <p:cNvSpPr/>
            <p:nvPr/>
          </p:nvSpPr>
          <p:spPr>
            <a:xfrm>
              <a:off x="3480446" y="3257466"/>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
            <p:cNvSpPr/>
            <p:nvPr/>
          </p:nvSpPr>
          <p:spPr>
            <a:xfrm>
              <a:off x="3425859" y="3257466"/>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1"/>
            <p:cNvSpPr/>
            <p:nvPr/>
          </p:nvSpPr>
          <p:spPr>
            <a:xfrm>
              <a:off x="3371273" y="3257466"/>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1"/>
            <p:cNvSpPr/>
            <p:nvPr/>
          </p:nvSpPr>
          <p:spPr>
            <a:xfrm>
              <a:off x="3316723" y="3257466"/>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p:nvPr/>
          </p:nvSpPr>
          <p:spPr>
            <a:xfrm>
              <a:off x="3262154" y="3257466"/>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1"/>
            <p:cNvSpPr/>
            <p:nvPr/>
          </p:nvSpPr>
          <p:spPr>
            <a:xfrm>
              <a:off x="3207604" y="3257466"/>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1"/>
            <p:cNvSpPr/>
            <p:nvPr/>
          </p:nvSpPr>
          <p:spPr>
            <a:xfrm>
              <a:off x="3480446"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
            <p:cNvSpPr/>
            <p:nvPr/>
          </p:nvSpPr>
          <p:spPr>
            <a:xfrm>
              <a:off x="3425859"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p:nvPr/>
          </p:nvSpPr>
          <p:spPr>
            <a:xfrm>
              <a:off x="3316723"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p:nvPr/>
          </p:nvSpPr>
          <p:spPr>
            <a:xfrm>
              <a:off x="3262154" y="3202934"/>
              <a:ext cx="54587"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1"/>
            <p:cNvSpPr/>
            <p:nvPr/>
          </p:nvSpPr>
          <p:spPr>
            <a:xfrm>
              <a:off x="3207604" y="32029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1"/>
            <p:cNvSpPr/>
            <p:nvPr/>
          </p:nvSpPr>
          <p:spPr>
            <a:xfrm>
              <a:off x="3535032" y="3148347"/>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1"/>
            <p:cNvSpPr/>
            <p:nvPr/>
          </p:nvSpPr>
          <p:spPr>
            <a:xfrm>
              <a:off x="3480446" y="3148347"/>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1"/>
            <p:cNvSpPr/>
            <p:nvPr/>
          </p:nvSpPr>
          <p:spPr>
            <a:xfrm>
              <a:off x="3425859" y="3148347"/>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1"/>
            <p:cNvSpPr/>
            <p:nvPr/>
          </p:nvSpPr>
          <p:spPr>
            <a:xfrm>
              <a:off x="3371273" y="3148347"/>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1"/>
            <p:cNvSpPr/>
            <p:nvPr/>
          </p:nvSpPr>
          <p:spPr>
            <a:xfrm>
              <a:off x="3316723" y="3148347"/>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1"/>
            <p:cNvSpPr/>
            <p:nvPr/>
          </p:nvSpPr>
          <p:spPr>
            <a:xfrm>
              <a:off x="3262154" y="3148347"/>
              <a:ext cx="54587"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1"/>
            <p:cNvSpPr/>
            <p:nvPr/>
          </p:nvSpPr>
          <p:spPr>
            <a:xfrm>
              <a:off x="3207604"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1"/>
            <p:cNvSpPr/>
            <p:nvPr/>
          </p:nvSpPr>
          <p:spPr>
            <a:xfrm>
              <a:off x="3098431" y="3148347"/>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1"/>
            <p:cNvSpPr/>
            <p:nvPr/>
          </p:nvSpPr>
          <p:spPr>
            <a:xfrm>
              <a:off x="3535032" y="3093761"/>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1"/>
            <p:cNvSpPr/>
            <p:nvPr/>
          </p:nvSpPr>
          <p:spPr>
            <a:xfrm>
              <a:off x="3425859" y="3093761"/>
              <a:ext cx="54605" cy="54605"/>
            </a:xfrm>
            <a:custGeom>
              <a:rect b="b" l="l" r="r" t="t"/>
              <a:pathLst>
                <a:path extrusionOk="0" h="3021" w="3021">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1"/>
            <p:cNvSpPr/>
            <p:nvPr/>
          </p:nvSpPr>
          <p:spPr>
            <a:xfrm>
              <a:off x="3371273" y="3093761"/>
              <a:ext cx="54605" cy="54605"/>
            </a:xfrm>
            <a:custGeom>
              <a:rect b="b" l="l" r="r" t="t"/>
              <a:pathLst>
                <a:path extrusionOk="0" h="3021" w="3021">
                  <a:moveTo>
                    <a:pt x="1" y="1"/>
                  </a:moveTo>
                  <a:lnTo>
                    <a:pt x="1"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1"/>
            <p:cNvSpPr/>
            <p:nvPr/>
          </p:nvSpPr>
          <p:spPr>
            <a:xfrm>
              <a:off x="3262154" y="3093761"/>
              <a:ext cx="54587"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1"/>
            <p:cNvSpPr/>
            <p:nvPr/>
          </p:nvSpPr>
          <p:spPr>
            <a:xfrm>
              <a:off x="3207604" y="30937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1"/>
            <p:cNvSpPr/>
            <p:nvPr/>
          </p:nvSpPr>
          <p:spPr>
            <a:xfrm>
              <a:off x="3098431" y="309376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1"/>
            <p:cNvSpPr/>
            <p:nvPr/>
          </p:nvSpPr>
          <p:spPr>
            <a:xfrm>
              <a:off x="3535032" y="3039228"/>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1"/>
            <p:cNvSpPr/>
            <p:nvPr/>
          </p:nvSpPr>
          <p:spPr>
            <a:xfrm>
              <a:off x="3480446" y="3039228"/>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1"/>
            <p:cNvSpPr/>
            <p:nvPr/>
          </p:nvSpPr>
          <p:spPr>
            <a:xfrm>
              <a:off x="3425859" y="3039228"/>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3371273" y="3039228"/>
              <a:ext cx="54605" cy="54550"/>
            </a:xfrm>
            <a:custGeom>
              <a:rect b="b" l="l" r="r" t="t"/>
              <a:pathLst>
                <a:path extrusionOk="0" h="3018" w="3021">
                  <a:moveTo>
                    <a:pt x="1" y="0"/>
                  </a:moveTo>
                  <a:lnTo>
                    <a:pt x="1"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1"/>
            <p:cNvSpPr/>
            <p:nvPr/>
          </p:nvSpPr>
          <p:spPr>
            <a:xfrm>
              <a:off x="3316723" y="3039228"/>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1"/>
            <p:cNvSpPr/>
            <p:nvPr/>
          </p:nvSpPr>
          <p:spPr>
            <a:xfrm>
              <a:off x="3262154" y="3039228"/>
              <a:ext cx="54587"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1"/>
            <p:cNvSpPr/>
            <p:nvPr/>
          </p:nvSpPr>
          <p:spPr>
            <a:xfrm>
              <a:off x="3207604" y="3039228"/>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1"/>
            <p:cNvSpPr/>
            <p:nvPr/>
          </p:nvSpPr>
          <p:spPr>
            <a:xfrm>
              <a:off x="3153017" y="30392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3098431" y="3039228"/>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1"/>
            <p:cNvSpPr/>
            <p:nvPr/>
          </p:nvSpPr>
          <p:spPr>
            <a:xfrm>
              <a:off x="3698701" y="2984642"/>
              <a:ext cx="54586"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1"/>
            <p:cNvSpPr/>
            <p:nvPr/>
          </p:nvSpPr>
          <p:spPr>
            <a:xfrm>
              <a:off x="3644151"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1"/>
            <p:cNvSpPr/>
            <p:nvPr/>
          </p:nvSpPr>
          <p:spPr>
            <a:xfrm>
              <a:off x="3589565" y="2984642"/>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a:off x="3535032" y="2984642"/>
              <a:ext cx="54550" cy="54587"/>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1"/>
            <p:cNvSpPr/>
            <p:nvPr/>
          </p:nvSpPr>
          <p:spPr>
            <a:xfrm>
              <a:off x="3480446" y="2984642"/>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1"/>
            <p:cNvSpPr/>
            <p:nvPr/>
          </p:nvSpPr>
          <p:spPr>
            <a:xfrm>
              <a:off x="3425859" y="2984642"/>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1"/>
            <p:cNvSpPr/>
            <p:nvPr/>
          </p:nvSpPr>
          <p:spPr>
            <a:xfrm>
              <a:off x="3371273" y="2984642"/>
              <a:ext cx="54605" cy="54587"/>
            </a:xfrm>
            <a:custGeom>
              <a:rect b="b" l="l" r="r" t="t"/>
              <a:pathLst>
                <a:path extrusionOk="0" h="3020"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1"/>
            <p:cNvSpPr/>
            <p:nvPr/>
          </p:nvSpPr>
          <p:spPr>
            <a:xfrm>
              <a:off x="3316723" y="2984642"/>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a:off x="3262154" y="2984642"/>
              <a:ext cx="54587"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1"/>
            <p:cNvSpPr/>
            <p:nvPr/>
          </p:nvSpPr>
          <p:spPr>
            <a:xfrm>
              <a:off x="3207604"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a:off x="3153017"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a:off x="3589565" y="2930055"/>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1"/>
            <p:cNvSpPr/>
            <p:nvPr/>
          </p:nvSpPr>
          <p:spPr>
            <a:xfrm>
              <a:off x="3425859" y="293005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3371273" y="2930055"/>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a:off x="3207604" y="2930055"/>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1"/>
            <p:cNvSpPr/>
            <p:nvPr/>
          </p:nvSpPr>
          <p:spPr>
            <a:xfrm>
              <a:off x="3589565" y="2875505"/>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3207604" y="287550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3644151"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1"/>
            <p:cNvSpPr/>
            <p:nvPr/>
          </p:nvSpPr>
          <p:spPr>
            <a:xfrm>
              <a:off x="3589565" y="2820919"/>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3535032" y="2820919"/>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a:off x="3262154" y="2820919"/>
              <a:ext cx="54587"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
            <p:cNvSpPr/>
            <p:nvPr/>
          </p:nvSpPr>
          <p:spPr>
            <a:xfrm>
              <a:off x="3207604"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3153017"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21"/>
          <p:cNvGrpSpPr/>
          <p:nvPr/>
        </p:nvGrpSpPr>
        <p:grpSpPr>
          <a:xfrm>
            <a:off x="8138440" y="4299019"/>
            <a:ext cx="818581" cy="600289"/>
            <a:chOff x="5179315" y="2820919"/>
            <a:chExt cx="818581" cy="600289"/>
          </a:xfrm>
        </p:grpSpPr>
        <p:sp>
          <p:nvSpPr>
            <p:cNvPr id="425" name="Google Shape;425;p21"/>
            <p:cNvSpPr/>
            <p:nvPr/>
          </p:nvSpPr>
          <p:spPr>
            <a:xfrm>
              <a:off x="5561330" y="3366639"/>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1"/>
            <p:cNvSpPr/>
            <p:nvPr/>
          </p:nvSpPr>
          <p:spPr>
            <a:xfrm>
              <a:off x="5834154" y="3312053"/>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1"/>
            <p:cNvSpPr/>
            <p:nvPr/>
          </p:nvSpPr>
          <p:spPr>
            <a:xfrm>
              <a:off x="5615863" y="331205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1"/>
            <p:cNvSpPr/>
            <p:nvPr/>
          </p:nvSpPr>
          <p:spPr>
            <a:xfrm>
              <a:off x="5561330" y="33120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1"/>
            <p:cNvSpPr/>
            <p:nvPr/>
          </p:nvSpPr>
          <p:spPr>
            <a:xfrm>
              <a:off x="5506744"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1"/>
            <p:cNvSpPr/>
            <p:nvPr/>
          </p:nvSpPr>
          <p:spPr>
            <a:xfrm>
              <a:off x="5288452"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5779586"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1"/>
            <p:cNvSpPr/>
            <p:nvPr/>
          </p:nvSpPr>
          <p:spPr>
            <a:xfrm>
              <a:off x="5670449" y="3257466"/>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1"/>
            <p:cNvSpPr/>
            <p:nvPr/>
          </p:nvSpPr>
          <p:spPr>
            <a:xfrm>
              <a:off x="5615863" y="3257466"/>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5561330" y="3257466"/>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1"/>
            <p:cNvSpPr/>
            <p:nvPr/>
          </p:nvSpPr>
          <p:spPr>
            <a:xfrm>
              <a:off x="5506744" y="3257466"/>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p:nvPr/>
          </p:nvSpPr>
          <p:spPr>
            <a:xfrm>
              <a:off x="5452157" y="325746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1"/>
            <p:cNvSpPr/>
            <p:nvPr/>
          </p:nvSpPr>
          <p:spPr>
            <a:xfrm>
              <a:off x="5343038"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1"/>
            <p:cNvSpPr/>
            <p:nvPr/>
          </p:nvSpPr>
          <p:spPr>
            <a:xfrm>
              <a:off x="5725036"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5670449"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5615863"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1"/>
            <p:cNvSpPr/>
            <p:nvPr/>
          </p:nvSpPr>
          <p:spPr>
            <a:xfrm>
              <a:off x="5561330"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5506744"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5452157"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5397607"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1"/>
            <p:cNvSpPr/>
            <p:nvPr/>
          </p:nvSpPr>
          <p:spPr>
            <a:xfrm>
              <a:off x="5725036"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1"/>
            <p:cNvSpPr/>
            <p:nvPr/>
          </p:nvSpPr>
          <p:spPr>
            <a:xfrm>
              <a:off x="5670449" y="3148347"/>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5452157" y="3148347"/>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5397607"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5834154" y="3093761"/>
              <a:ext cx="54568" cy="54605"/>
            </a:xfrm>
            <a:custGeom>
              <a:rect b="b" l="l" r="r" t="t"/>
              <a:pathLst>
                <a:path extrusionOk="0" h="3021" w="3019">
                  <a:moveTo>
                    <a:pt x="1" y="1"/>
                  </a:moveTo>
                  <a:lnTo>
                    <a:pt x="1" y="3020"/>
                  </a:lnTo>
                  <a:lnTo>
                    <a:pt x="3019" y="3020"/>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5779586"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5725036"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5670449" y="309376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5561330" y="3093761"/>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5452157"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5397607"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5343038"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5288452"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5834154" y="3039228"/>
              <a:ext cx="54568" cy="54550"/>
            </a:xfrm>
            <a:custGeom>
              <a:rect b="b" l="l" r="r" t="t"/>
              <a:pathLst>
                <a:path extrusionOk="0" h="3018" w="3019">
                  <a:moveTo>
                    <a:pt x="1" y="0"/>
                  </a:moveTo>
                  <a:lnTo>
                    <a:pt x="1" y="3018"/>
                  </a:lnTo>
                  <a:lnTo>
                    <a:pt x="3019" y="3018"/>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1"/>
            <p:cNvSpPr/>
            <p:nvPr/>
          </p:nvSpPr>
          <p:spPr>
            <a:xfrm>
              <a:off x="5779586"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p:nvPr/>
          </p:nvSpPr>
          <p:spPr>
            <a:xfrm>
              <a:off x="5725036"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5670449"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
            <p:cNvSpPr/>
            <p:nvPr/>
          </p:nvSpPr>
          <p:spPr>
            <a:xfrm>
              <a:off x="5615863"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1"/>
            <p:cNvSpPr/>
            <p:nvPr/>
          </p:nvSpPr>
          <p:spPr>
            <a:xfrm>
              <a:off x="5561330" y="3041000"/>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5506744"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5452157"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5397607"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5343038"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1"/>
            <p:cNvSpPr/>
            <p:nvPr/>
          </p:nvSpPr>
          <p:spPr>
            <a:xfrm>
              <a:off x="5288452" y="3041000"/>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1"/>
            <p:cNvSpPr/>
            <p:nvPr/>
          </p:nvSpPr>
          <p:spPr>
            <a:xfrm>
              <a:off x="5943291"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p:nvPr/>
          </p:nvSpPr>
          <p:spPr>
            <a:xfrm>
              <a:off x="5888705" y="2984642"/>
              <a:ext cx="54605" cy="54587"/>
            </a:xfrm>
            <a:custGeom>
              <a:rect b="b" l="l" r="r" t="t"/>
              <a:pathLst>
                <a:path extrusionOk="0" h="3020"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1"/>
            <p:cNvSpPr/>
            <p:nvPr/>
          </p:nvSpPr>
          <p:spPr>
            <a:xfrm>
              <a:off x="5834154" y="2984642"/>
              <a:ext cx="54568" cy="54587"/>
            </a:xfrm>
            <a:custGeom>
              <a:rect b="b" l="l" r="r" t="t"/>
              <a:pathLst>
                <a:path extrusionOk="0" h="3020"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1"/>
            <p:cNvSpPr/>
            <p:nvPr/>
          </p:nvSpPr>
          <p:spPr>
            <a:xfrm>
              <a:off x="5779586"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p:nvPr/>
          </p:nvSpPr>
          <p:spPr>
            <a:xfrm>
              <a:off x="5725036"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1"/>
            <p:cNvSpPr/>
            <p:nvPr/>
          </p:nvSpPr>
          <p:spPr>
            <a:xfrm>
              <a:off x="5615863" y="2984642"/>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1"/>
            <p:cNvSpPr/>
            <p:nvPr/>
          </p:nvSpPr>
          <p:spPr>
            <a:xfrm>
              <a:off x="5561330" y="2984642"/>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1"/>
            <p:cNvSpPr/>
            <p:nvPr/>
          </p:nvSpPr>
          <p:spPr>
            <a:xfrm>
              <a:off x="5397607"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1"/>
            <p:cNvSpPr/>
            <p:nvPr/>
          </p:nvSpPr>
          <p:spPr>
            <a:xfrm>
              <a:off x="5343038"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1"/>
            <p:cNvSpPr/>
            <p:nvPr/>
          </p:nvSpPr>
          <p:spPr>
            <a:xfrm>
              <a:off x="5288452"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1"/>
            <p:cNvSpPr/>
            <p:nvPr/>
          </p:nvSpPr>
          <p:spPr>
            <a:xfrm>
              <a:off x="5233902"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1"/>
            <p:cNvSpPr/>
            <p:nvPr/>
          </p:nvSpPr>
          <p:spPr>
            <a:xfrm>
              <a:off x="5179315" y="2984642"/>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
            <p:cNvSpPr/>
            <p:nvPr/>
          </p:nvSpPr>
          <p:spPr>
            <a:xfrm>
              <a:off x="5943291"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p:nvPr/>
          </p:nvSpPr>
          <p:spPr>
            <a:xfrm>
              <a:off x="5888705" y="2930055"/>
              <a:ext cx="54605" cy="54605"/>
            </a:xfrm>
            <a:custGeom>
              <a:rect b="b" l="l" r="r" t="t"/>
              <a:pathLst>
                <a:path extrusionOk="0" h="3021"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1"/>
            <p:cNvSpPr/>
            <p:nvPr/>
          </p:nvSpPr>
          <p:spPr>
            <a:xfrm>
              <a:off x="5834154" y="2930055"/>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1"/>
            <p:cNvSpPr/>
            <p:nvPr/>
          </p:nvSpPr>
          <p:spPr>
            <a:xfrm>
              <a:off x="5725036"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1"/>
            <p:cNvSpPr/>
            <p:nvPr/>
          </p:nvSpPr>
          <p:spPr>
            <a:xfrm>
              <a:off x="5615863" y="293005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1"/>
            <p:cNvSpPr/>
            <p:nvPr/>
          </p:nvSpPr>
          <p:spPr>
            <a:xfrm>
              <a:off x="5561330" y="293005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1"/>
            <p:cNvSpPr/>
            <p:nvPr/>
          </p:nvSpPr>
          <p:spPr>
            <a:xfrm>
              <a:off x="5397607"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1"/>
            <p:cNvSpPr/>
            <p:nvPr/>
          </p:nvSpPr>
          <p:spPr>
            <a:xfrm>
              <a:off x="5288452"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1"/>
            <p:cNvSpPr/>
            <p:nvPr/>
          </p:nvSpPr>
          <p:spPr>
            <a:xfrm>
              <a:off x="5233902" y="2930055"/>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p:nvPr/>
          </p:nvSpPr>
          <p:spPr>
            <a:xfrm>
              <a:off x="5179315" y="2930055"/>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1"/>
            <p:cNvSpPr/>
            <p:nvPr/>
          </p:nvSpPr>
          <p:spPr>
            <a:xfrm>
              <a:off x="5888705" y="2875505"/>
              <a:ext cx="54605" cy="54568"/>
            </a:xfrm>
            <a:custGeom>
              <a:rect b="b" l="l" r="r" t="t"/>
              <a:pathLst>
                <a:path extrusionOk="0" h="3019" w="3021">
                  <a:moveTo>
                    <a:pt x="1" y="1"/>
                  </a:moveTo>
                  <a:lnTo>
                    <a:pt x="1"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1"/>
            <p:cNvSpPr/>
            <p:nvPr/>
          </p:nvSpPr>
          <p:spPr>
            <a:xfrm>
              <a:off x="5725036"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1"/>
            <p:cNvSpPr/>
            <p:nvPr/>
          </p:nvSpPr>
          <p:spPr>
            <a:xfrm>
              <a:off x="5670449"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1"/>
            <p:cNvSpPr/>
            <p:nvPr/>
          </p:nvSpPr>
          <p:spPr>
            <a:xfrm>
              <a:off x="5615863"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1"/>
            <p:cNvSpPr/>
            <p:nvPr/>
          </p:nvSpPr>
          <p:spPr>
            <a:xfrm>
              <a:off x="5561330" y="2875505"/>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1"/>
            <p:cNvSpPr/>
            <p:nvPr/>
          </p:nvSpPr>
          <p:spPr>
            <a:xfrm>
              <a:off x="5506744"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p:nvPr/>
          </p:nvSpPr>
          <p:spPr>
            <a:xfrm>
              <a:off x="5452157"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p:nvPr/>
          </p:nvSpPr>
          <p:spPr>
            <a:xfrm>
              <a:off x="5397607"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p:nvPr/>
          </p:nvSpPr>
          <p:spPr>
            <a:xfrm>
              <a:off x="5233902" y="287550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1"/>
            <p:cNvSpPr/>
            <p:nvPr/>
          </p:nvSpPr>
          <p:spPr>
            <a:xfrm>
              <a:off x="5779586"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p:nvPr/>
          </p:nvSpPr>
          <p:spPr>
            <a:xfrm>
              <a:off x="5725036"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p:nvPr/>
          </p:nvSpPr>
          <p:spPr>
            <a:xfrm>
              <a:off x="5670449" y="282091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p:nvPr/>
          </p:nvSpPr>
          <p:spPr>
            <a:xfrm>
              <a:off x="5452157" y="2820919"/>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a:off x="5397607"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5343038"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 name="Google Shape;506;p21"/>
          <p:cNvGrpSpPr/>
          <p:nvPr/>
        </p:nvGrpSpPr>
        <p:grpSpPr>
          <a:xfrm>
            <a:off x="3945738" y="4442088"/>
            <a:ext cx="1252525" cy="322800"/>
            <a:chOff x="3946225" y="4442088"/>
            <a:chExt cx="1252525" cy="322800"/>
          </a:xfrm>
        </p:grpSpPr>
        <p:grpSp>
          <p:nvGrpSpPr>
            <p:cNvPr id="507" name="Google Shape;507;p21"/>
            <p:cNvGrpSpPr/>
            <p:nvPr/>
          </p:nvGrpSpPr>
          <p:grpSpPr>
            <a:xfrm>
              <a:off x="4386225" y="4442088"/>
              <a:ext cx="372525" cy="322800"/>
              <a:chOff x="4386225" y="4090138"/>
              <a:chExt cx="372525" cy="322800"/>
            </a:xfrm>
          </p:grpSpPr>
          <p:sp>
            <p:nvSpPr>
              <p:cNvPr id="508" name="Google Shape;508;p21"/>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1"/>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1"/>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1"/>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1"/>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1"/>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1"/>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1"/>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1"/>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1"/>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1"/>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21"/>
            <p:cNvGrpSpPr/>
            <p:nvPr/>
          </p:nvGrpSpPr>
          <p:grpSpPr>
            <a:xfrm>
              <a:off x="4826225" y="4442088"/>
              <a:ext cx="372525" cy="322800"/>
              <a:chOff x="4826225" y="4090138"/>
              <a:chExt cx="372525" cy="322800"/>
            </a:xfrm>
          </p:grpSpPr>
          <p:sp>
            <p:nvSpPr>
              <p:cNvPr id="536" name="Google Shape;536;p21"/>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1"/>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 name="Google Shape;554;p21"/>
            <p:cNvGrpSpPr/>
            <p:nvPr/>
          </p:nvGrpSpPr>
          <p:grpSpPr>
            <a:xfrm>
              <a:off x="3946225" y="4442088"/>
              <a:ext cx="372525" cy="322800"/>
              <a:chOff x="3946225" y="4090138"/>
              <a:chExt cx="372525" cy="322800"/>
            </a:xfrm>
          </p:grpSpPr>
          <p:sp>
            <p:nvSpPr>
              <p:cNvPr id="555" name="Google Shape;555;p21"/>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1"/>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1"/>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1"/>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1"/>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1"/>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1"/>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1"/>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1"/>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1"/>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1"/>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1"/>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1"/>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1"/>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1"/>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1"/>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1"/>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1"/>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1"/>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1"/>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1"/>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1"/>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1"/>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1"/>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1"/>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1"/>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1"/>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31645"/>
            <a:ext cx="7704000" cy="6402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1pPr>
            <a:lvl2pPr lvl="1"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2pPr>
            <a:lvl3pPr lvl="2"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3pPr>
            <a:lvl4pPr lvl="3"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4pPr>
            <a:lvl5pPr lvl="4"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5pPr>
            <a:lvl6pPr lvl="5"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6pPr>
            <a:lvl7pPr lvl="6"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7pPr>
            <a:lvl8pPr lvl="7"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8pPr>
            <a:lvl9pPr lvl="8" rtl="0">
              <a:lnSpc>
                <a:spcPct val="100000"/>
              </a:lnSpc>
              <a:spcBef>
                <a:spcPts val="0"/>
              </a:spcBef>
              <a:spcAft>
                <a:spcPts val="0"/>
              </a:spcAft>
              <a:buClr>
                <a:schemeClr val="lt1"/>
              </a:buClr>
              <a:buSzPts val="3000"/>
              <a:buFont typeface="Press Start 2P"/>
              <a:buNone/>
              <a:defRPr sz="3000">
                <a:solidFill>
                  <a:schemeClr val="lt1"/>
                </a:solidFill>
                <a:latin typeface="Press Start 2P"/>
                <a:ea typeface="Press Start 2P"/>
                <a:cs typeface="Press Start 2P"/>
                <a:sym typeface="Press Start 2P"/>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1pPr>
            <a:lvl2pPr indent="-317500" lvl="1" marL="9144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2pPr>
            <a:lvl3pPr indent="-317500" lvl="2" marL="13716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3pPr>
            <a:lvl4pPr indent="-317500" lvl="3" marL="18288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4pPr>
            <a:lvl5pPr indent="-317500" lvl="4" marL="22860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5pPr>
            <a:lvl6pPr indent="-317500" lvl="5" marL="27432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6pPr>
            <a:lvl7pPr indent="-317500" lvl="6" marL="32004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7pPr>
            <a:lvl8pPr indent="-317500" lvl="7" marL="36576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8pPr>
            <a:lvl9pPr indent="-317500" lvl="8" marL="4114800" rtl="0">
              <a:lnSpc>
                <a:spcPct val="100000"/>
              </a:lnSpc>
              <a:spcBef>
                <a:spcPts val="0"/>
              </a:spcBef>
              <a:spcAft>
                <a:spcPts val="0"/>
              </a:spcAft>
              <a:buClr>
                <a:schemeClr val="lt1"/>
              </a:buClr>
              <a:buSzPts val="1400"/>
              <a:buFont typeface="Cousine"/>
              <a:buChar char="■"/>
              <a:defRPr>
                <a:solidFill>
                  <a:schemeClr val="lt1"/>
                </a:solidFill>
                <a:latin typeface="Cousine"/>
                <a:ea typeface="Cousine"/>
                <a:cs typeface="Cousine"/>
                <a:sym typeface="Cousi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1" name="Shape 601"/>
        <p:cNvGrpSpPr/>
        <p:nvPr/>
      </p:nvGrpSpPr>
      <p:grpSpPr>
        <a:xfrm>
          <a:off x="0" y="0"/>
          <a:ext cx="0" cy="0"/>
          <a:chOff x="0" y="0"/>
          <a:chExt cx="0" cy="0"/>
        </a:xfrm>
      </p:grpSpPr>
      <p:grpSp>
        <p:nvGrpSpPr>
          <p:cNvPr id="602" name="Google Shape;602;p22"/>
          <p:cNvGrpSpPr/>
          <p:nvPr/>
        </p:nvGrpSpPr>
        <p:grpSpPr>
          <a:xfrm>
            <a:off x="7619516" y="3343045"/>
            <a:ext cx="600271" cy="545702"/>
            <a:chOff x="983041" y="1749595"/>
            <a:chExt cx="600271" cy="545702"/>
          </a:xfrm>
        </p:grpSpPr>
        <p:sp>
          <p:nvSpPr>
            <p:cNvPr id="603" name="Google Shape;603;p22"/>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2"/>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2"/>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2"/>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2"/>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2"/>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2"/>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2"/>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2"/>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2"/>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2"/>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2"/>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2"/>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2"/>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2"/>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2"/>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2"/>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2"/>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2"/>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2"/>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2"/>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2"/>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2"/>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8" name="Google Shape;658;p22"/>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22"/>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2"/>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2"/>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2"/>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2"/>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2"/>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5" name="Google Shape;665;p22"/>
          <p:cNvGrpSpPr/>
          <p:nvPr/>
        </p:nvGrpSpPr>
        <p:grpSpPr>
          <a:xfrm>
            <a:off x="3419735" y="294423"/>
            <a:ext cx="491152" cy="491152"/>
            <a:chOff x="3419735" y="294423"/>
            <a:chExt cx="491152" cy="491152"/>
          </a:xfrm>
        </p:grpSpPr>
        <p:grpSp>
          <p:nvGrpSpPr>
            <p:cNvPr id="666" name="Google Shape;666;p22"/>
            <p:cNvGrpSpPr/>
            <p:nvPr/>
          </p:nvGrpSpPr>
          <p:grpSpPr>
            <a:xfrm>
              <a:off x="3419735" y="294423"/>
              <a:ext cx="491152" cy="491152"/>
              <a:chOff x="1037610" y="705511"/>
              <a:chExt cx="491152" cy="491152"/>
            </a:xfrm>
          </p:grpSpPr>
          <p:sp>
            <p:nvSpPr>
              <p:cNvPr id="667" name="Google Shape;667;p22"/>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2"/>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2"/>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2"/>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2"/>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2"/>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2"/>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2"/>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2"/>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2"/>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2"/>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2"/>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2"/>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2"/>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2"/>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2"/>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2"/>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 name="Google Shape;707;p22"/>
            <p:cNvGrpSpPr/>
            <p:nvPr/>
          </p:nvGrpSpPr>
          <p:grpSpPr>
            <a:xfrm>
              <a:off x="3419735" y="294423"/>
              <a:ext cx="491152" cy="491152"/>
              <a:chOff x="1037610" y="705511"/>
              <a:chExt cx="491152" cy="491152"/>
            </a:xfrm>
          </p:grpSpPr>
          <p:sp>
            <p:nvSpPr>
              <p:cNvPr id="708" name="Google Shape;708;p22"/>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2"/>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2"/>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2"/>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2"/>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2"/>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2"/>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2"/>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2"/>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2"/>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2"/>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2"/>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2"/>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2"/>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2"/>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2"/>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2"/>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2"/>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2"/>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2"/>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2"/>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2"/>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2"/>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2"/>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2"/>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2"/>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2"/>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2"/>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2"/>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2"/>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2"/>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2"/>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2"/>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2"/>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2"/>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2"/>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2"/>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2"/>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2"/>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2"/>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8" name="Google Shape;748;p22"/>
          <p:cNvGrpSpPr/>
          <p:nvPr/>
        </p:nvGrpSpPr>
        <p:grpSpPr>
          <a:xfrm>
            <a:off x="7030325" y="4135513"/>
            <a:ext cx="178225" cy="178225"/>
            <a:chOff x="6772475" y="3811500"/>
            <a:chExt cx="178225" cy="178225"/>
          </a:xfrm>
        </p:grpSpPr>
        <p:sp>
          <p:nvSpPr>
            <p:cNvPr id="749" name="Google Shape;749;p2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 name="Google Shape;754;p22"/>
          <p:cNvGrpSpPr/>
          <p:nvPr/>
        </p:nvGrpSpPr>
        <p:grpSpPr>
          <a:xfrm>
            <a:off x="1633900" y="735075"/>
            <a:ext cx="178225" cy="178225"/>
            <a:chOff x="6772475" y="3811500"/>
            <a:chExt cx="178225" cy="178225"/>
          </a:xfrm>
        </p:grpSpPr>
        <p:sp>
          <p:nvSpPr>
            <p:cNvPr id="755" name="Google Shape;755;p2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22"/>
          <p:cNvGrpSpPr/>
          <p:nvPr/>
        </p:nvGrpSpPr>
        <p:grpSpPr>
          <a:xfrm>
            <a:off x="801366" y="3598941"/>
            <a:ext cx="600271" cy="491134"/>
            <a:chOff x="801366" y="3598941"/>
            <a:chExt cx="600271" cy="491134"/>
          </a:xfrm>
        </p:grpSpPr>
        <p:sp>
          <p:nvSpPr>
            <p:cNvPr id="761" name="Google Shape;761;p22"/>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2"/>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2"/>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2"/>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2"/>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2"/>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2"/>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2"/>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2"/>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2"/>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2"/>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2"/>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2"/>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2"/>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2"/>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2"/>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2"/>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2"/>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2"/>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2"/>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2"/>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2"/>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2"/>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2"/>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2"/>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2"/>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2"/>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2"/>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2"/>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2"/>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2"/>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2"/>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2"/>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2"/>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2"/>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2"/>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2"/>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2"/>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2"/>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2"/>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2"/>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2"/>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2"/>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2"/>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2"/>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4" name="Google Shape;814;p22"/>
            <p:cNvGrpSpPr/>
            <p:nvPr/>
          </p:nvGrpSpPr>
          <p:grpSpPr>
            <a:xfrm>
              <a:off x="801366" y="3598941"/>
              <a:ext cx="600271" cy="491134"/>
              <a:chOff x="983041" y="3919553"/>
              <a:chExt cx="600271" cy="491134"/>
            </a:xfrm>
          </p:grpSpPr>
          <p:sp>
            <p:nvSpPr>
              <p:cNvPr id="815" name="Google Shape;815;p22"/>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2"/>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2"/>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2"/>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2"/>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2"/>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2"/>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2"/>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2"/>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2"/>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2"/>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2"/>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2"/>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2"/>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2"/>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2"/>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2"/>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2"/>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2"/>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2"/>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2"/>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2"/>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2"/>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2"/>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2"/>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2"/>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2"/>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2"/>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2"/>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2"/>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2"/>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2"/>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2"/>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2"/>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2"/>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1" name="Google Shape;871;p22"/>
          <p:cNvGrpSpPr/>
          <p:nvPr/>
        </p:nvGrpSpPr>
        <p:grpSpPr>
          <a:xfrm>
            <a:off x="5480575" y="649425"/>
            <a:ext cx="178225" cy="178225"/>
            <a:chOff x="6772475" y="3811500"/>
            <a:chExt cx="178225" cy="178225"/>
          </a:xfrm>
        </p:grpSpPr>
        <p:sp>
          <p:nvSpPr>
            <p:cNvPr id="872" name="Google Shape;872;p2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7" name="Google Shape;877;p22"/>
          <p:cNvSpPr txBox="1"/>
          <p:nvPr>
            <p:ph type="ctrTitle"/>
          </p:nvPr>
        </p:nvSpPr>
        <p:spPr>
          <a:xfrm>
            <a:off x="1604625" y="2714700"/>
            <a:ext cx="5934900" cy="54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rPr>
              <a:t>Inez Yoon</a:t>
            </a:r>
            <a:endParaRPr b="0" sz="3000">
              <a:solidFill>
                <a:schemeClr val="dk2"/>
              </a:solidFill>
            </a:endParaRPr>
          </a:p>
        </p:txBody>
      </p:sp>
      <p:sp>
        <p:nvSpPr>
          <p:cNvPr id="878" name="Google Shape;878;p22"/>
          <p:cNvSpPr/>
          <p:nvPr/>
        </p:nvSpPr>
        <p:spPr>
          <a:xfrm>
            <a:off x="1401624" y="1294820"/>
            <a:ext cx="2584476" cy="1038376"/>
          </a:xfrm>
          <a:prstGeom prst="rect">
            <a:avLst/>
          </a:prstGeom>
        </p:spPr>
        <p:txBody>
          <a:bodyPr>
            <a:prstTxWarp prst="textPlain"/>
          </a:bodyPr>
          <a:lstStyle/>
          <a:p>
            <a:pPr lvl="0" algn="ctr"/>
            <a:r>
              <a:rPr b="1" i="1">
                <a:ln cap="flat" cmpd="sng" w="28575">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Last</a:t>
            </a:r>
          </a:p>
        </p:txBody>
      </p:sp>
      <p:sp>
        <p:nvSpPr>
          <p:cNvPr id="879" name="Google Shape;879;p22"/>
          <p:cNvSpPr/>
          <p:nvPr/>
        </p:nvSpPr>
        <p:spPr>
          <a:xfrm>
            <a:off x="4124025" y="1240067"/>
            <a:ext cx="3932677" cy="1225176"/>
          </a:xfrm>
          <a:prstGeom prst="rect">
            <a:avLst/>
          </a:prstGeom>
        </p:spPr>
        <p:txBody>
          <a:bodyPr>
            <a:prstTxWarp prst="textPlain"/>
          </a:bodyPr>
          <a:lstStyle/>
          <a:p>
            <a:pPr lvl="0" algn="ctr"/>
            <a:r>
              <a:rPr b="1" i="1">
                <a:ln cap="flat" cmpd="sng" w="28575">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Carriage</a:t>
            </a:r>
          </a:p>
        </p:txBody>
      </p:sp>
      <p:sp>
        <p:nvSpPr>
          <p:cNvPr id="880" name="Google Shape;880;p22"/>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2"/>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22"/>
          <p:cNvGrpSpPr/>
          <p:nvPr/>
        </p:nvGrpSpPr>
        <p:grpSpPr>
          <a:xfrm>
            <a:off x="7619516" y="3343045"/>
            <a:ext cx="600271" cy="545702"/>
            <a:chOff x="983041" y="1749595"/>
            <a:chExt cx="600271" cy="545702"/>
          </a:xfrm>
        </p:grpSpPr>
        <p:sp>
          <p:nvSpPr>
            <p:cNvPr id="883" name="Google Shape;883;p22"/>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2"/>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2"/>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2"/>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2"/>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2"/>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2"/>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2"/>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2"/>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2"/>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2"/>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2"/>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2"/>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2"/>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2"/>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2"/>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2"/>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2"/>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2"/>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2"/>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2"/>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2"/>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2"/>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2"/>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2"/>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2"/>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2"/>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2"/>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2"/>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2"/>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2"/>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2"/>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2"/>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2"/>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2"/>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2"/>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2"/>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2"/>
          <p:cNvGrpSpPr/>
          <p:nvPr/>
        </p:nvGrpSpPr>
        <p:grpSpPr>
          <a:xfrm>
            <a:off x="3946225" y="4442088"/>
            <a:ext cx="1252525" cy="322800"/>
            <a:chOff x="3946225" y="4442088"/>
            <a:chExt cx="1252525" cy="322800"/>
          </a:xfrm>
        </p:grpSpPr>
        <p:grpSp>
          <p:nvGrpSpPr>
            <p:cNvPr id="941" name="Google Shape;941;p22"/>
            <p:cNvGrpSpPr/>
            <p:nvPr/>
          </p:nvGrpSpPr>
          <p:grpSpPr>
            <a:xfrm>
              <a:off x="4386225" y="4442088"/>
              <a:ext cx="372525" cy="322800"/>
              <a:chOff x="4386225" y="4090138"/>
              <a:chExt cx="372525" cy="322800"/>
            </a:xfrm>
          </p:grpSpPr>
          <p:sp>
            <p:nvSpPr>
              <p:cNvPr id="942" name="Google Shape;942;p22"/>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2"/>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2"/>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2"/>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2"/>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2"/>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2"/>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2"/>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2"/>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2"/>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2"/>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2"/>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2"/>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2"/>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 name="Google Shape;969;p22"/>
            <p:cNvGrpSpPr/>
            <p:nvPr/>
          </p:nvGrpSpPr>
          <p:grpSpPr>
            <a:xfrm>
              <a:off x="4826225" y="4442088"/>
              <a:ext cx="372525" cy="322800"/>
              <a:chOff x="4826225" y="4090138"/>
              <a:chExt cx="372525" cy="322800"/>
            </a:xfrm>
          </p:grpSpPr>
          <p:sp>
            <p:nvSpPr>
              <p:cNvPr id="970" name="Google Shape;970;p22"/>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2"/>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2"/>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2"/>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2"/>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2"/>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2"/>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2"/>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8" name="Google Shape;988;p22"/>
            <p:cNvGrpSpPr/>
            <p:nvPr/>
          </p:nvGrpSpPr>
          <p:grpSpPr>
            <a:xfrm>
              <a:off x="3946225" y="4442088"/>
              <a:ext cx="372525" cy="322800"/>
              <a:chOff x="3946225" y="4090138"/>
              <a:chExt cx="372525" cy="322800"/>
            </a:xfrm>
          </p:grpSpPr>
          <p:sp>
            <p:nvSpPr>
              <p:cNvPr id="989" name="Google Shape;989;p22"/>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2"/>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2"/>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2"/>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2"/>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2"/>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2"/>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2"/>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2"/>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2"/>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2"/>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2"/>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2"/>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2"/>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2"/>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2"/>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2"/>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2"/>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2"/>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2"/>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2"/>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2"/>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2"/>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2"/>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2"/>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2"/>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2"/>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2"/>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2"/>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2"/>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2"/>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2"/>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2"/>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2"/>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2"/>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2"/>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2"/>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2"/>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2"/>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35" name="Shape 1035"/>
        <p:cNvGrpSpPr/>
        <p:nvPr/>
      </p:nvGrpSpPr>
      <p:grpSpPr>
        <a:xfrm>
          <a:off x="0" y="0"/>
          <a:ext cx="0" cy="0"/>
          <a:chOff x="0" y="0"/>
          <a:chExt cx="0" cy="0"/>
        </a:xfrm>
      </p:grpSpPr>
      <p:grpSp>
        <p:nvGrpSpPr>
          <p:cNvPr id="1036" name="Google Shape;1036;p23"/>
          <p:cNvGrpSpPr/>
          <p:nvPr/>
        </p:nvGrpSpPr>
        <p:grpSpPr>
          <a:xfrm>
            <a:off x="7619516" y="3343045"/>
            <a:ext cx="600271" cy="545702"/>
            <a:chOff x="983041" y="1749595"/>
            <a:chExt cx="600271" cy="545702"/>
          </a:xfrm>
        </p:grpSpPr>
        <p:sp>
          <p:nvSpPr>
            <p:cNvPr id="1037" name="Google Shape;1037;p23"/>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3"/>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3"/>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3"/>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3"/>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3"/>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3"/>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3"/>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3"/>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3"/>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3"/>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3"/>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3"/>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3"/>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3"/>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3"/>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3"/>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3"/>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3"/>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3"/>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3"/>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3"/>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3"/>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3"/>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3"/>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3"/>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3"/>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3"/>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3"/>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3"/>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3"/>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3"/>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3"/>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3"/>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3"/>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3"/>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3"/>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3"/>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3"/>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3"/>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3"/>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3"/>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3"/>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3"/>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3"/>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3"/>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3"/>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3"/>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3"/>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3"/>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2" name="Google Shape;1092;p23"/>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3" name="Google Shape;1093;p23"/>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3"/>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3"/>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3"/>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9" name="Google Shape;1099;p23"/>
          <p:cNvGrpSpPr/>
          <p:nvPr/>
        </p:nvGrpSpPr>
        <p:grpSpPr>
          <a:xfrm>
            <a:off x="3419735" y="294423"/>
            <a:ext cx="491152" cy="491152"/>
            <a:chOff x="3419735" y="294423"/>
            <a:chExt cx="491152" cy="491152"/>
          </a:xfrm>
        </p:grpSpPr>
        <p:grpSp>
          <p:nvGrpSpPr>
            <p:cNvPr id="1100" name="Google Shape;1100;p23"/>
            <p:cNvGrpSpPr/>
            <p:nvPr/>
          </p:nvGrpSpPr>
          <p:grpSpPr>
            <a:xfrm>
              <a:off x="3419735" y="294423"/>
              <a:ext cx="491152" cy="491152"/>
              <a:chOff x="1037610" y="705511"/>
              <a:chExt cx="491152" cy="491152"/>
            </a:xfrm>
          </p:grpSpPr>
          <p:sp>
            <p:nvSpPr>
              <p:cNvPr id="1101" name="Google Shape;1101;p23"/>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3"/>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3"/>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3"/>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3"/>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3"/>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3"/>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3"/>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3"/>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3"/>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3"/>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3"/>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3"/>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3"/>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3"/>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3"/>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3"/>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3"/>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3"/>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3"/>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3"/>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3"/>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3"/>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3"/>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3"/>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3"/>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3"/>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3"/>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3"/>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3"/>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3"/>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3"/>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3"/>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3"/>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3"/>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3"/>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3"/>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3"/>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3"/>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23"/>
            <p:cNvGrpSpPr/>
            <p:nvPr/>
          </p:nvGrpSpPr>
          <p:grpSpPr>
            <a:xfrm>
              <a:off x="3419735" y="294423"/>
              <a:ext cx="491152" cy="491152"/>
              <a:chOff x="1037610" y="705511"/>
              <a:chExt cx="491152" cy="491152"/>
            </a:xfrm>
          </p:grpSpPr>
          <p:sp>
            <p:nvSpPr>
              <p:cNvPr id="1142" name="Google Shape;1142;p23"/>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3"/>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3"/>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3"/>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3"/>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3"/>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3"/>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3"/>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3"/>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3"/>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3"/>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3"/>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3"/>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3"/>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3"/>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3"/>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3"/>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3"/>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3"/>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3"/>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3"/>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3"/>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3"/>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3"/>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3"/>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3"/>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3"/>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3"/>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3"/>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3"/>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3"/>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3"/>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3"/>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3"/>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3"/>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3"/>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3"/>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3"/>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3"/>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3"/>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82" name="Google Shape;1182;p23"/>
          <p:cNvGrpSpPr/>
          <p:nvPr/>
        </p:nvGrpSpPr>
        <p:grpSpPr>
          <a:xfrm>
            <a:off x="7030325" y="4135513"/>
            <a:ext cx="178225" cy="178225"/>
            <a:chOff x="6772475" y="3811500"/>
            <a:chExt cx="178225" cy="178225"/>
          </a:xfrm>
        </p:grpSpPr>
        <p:sp>
          <p:nvSpPr>
            <p:cNvPr id="1183" name="Google Shape;1183;p2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23"/>
          <p:cNvGrpSpPr/>
          <p:nvPr/>
        </p:nvGrpSpPr>
        <p:grpSpPr>
          <a:xfrm>
            <a:off x="1633900" y="735075"/>
            <a:ext cx="178225" cy="178225"/>
            <a:chOff x="6772475" y="3811500"/>
            <a:chExt cx="178225" cy="178225"/>
          </a:xfrm>
        </p:grpSpPr>
        <p:sp>
          <p:nvSpPr>
            <p:cNvPr id="1189" name="Google Shape;1189;p2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4" name="Google Shape;1194;p23"/>
          <p:cNvGrpSpPr/>
          <p:nvPr/>
        </p:nvGrpSpPr>
        <p:grpSpPr>
          <a:xfrm>
            <a:off x="801366" y="3598941"/>
            <a:ext cx="600271" cy="491134"/>
            <a:chOff x="801366" y="3598941"/>
            <a:chExt cx="600271" cy="491134"/>
          </a:xfrm>
        </p:grpSpPr>
        <p:sp>
          <p:nvSpPr>
            <p:cNvPr id="1195" name="Google Shape;1195;p23"/>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3"/>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3"/>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3"/>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3"/>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3"/>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3"/>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3"/>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3"/>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3"/>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3"/>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3"/>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3"/>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3"/>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3"/>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3"/>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3"/>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3"/>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3"/>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3"/>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3"/>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3"/>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3"/>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3"/>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3"/>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3"/>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3"/>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3"/>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3"/>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3"/>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3"/>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3"/>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3"/>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3"/>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3"/>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3"/>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3"/>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3"/>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3"/>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3"/>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3"/>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3"/>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3"/>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3"/>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3"/>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3"/>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3"/>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3"/>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3"/>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3"/>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3"/>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3"/>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8" name="Google Shape;1248;p23"/>
            <p:cNvGrpSpPr/>
            <p:nvPr/>
          </p:nvGrpSpPr>
          <p:grpSpPr>
            <a:xfrm>
              <a:off x="801366" y="3598941"/>
              <a:ext cx="600271" cy="491134"/>
              <a:chOff x="983041" y="3919553"/>
              <a:chExt cx="600271" cy="491134"/>
            </a:xfrm>
          </p:grpSpPr>
          <p:sp>
            <p:nvSpPr>
              <p:cNvPr id="1249" name="Google Shape;1249;p23"/>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3"/>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3"/>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3"/>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3"/>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3"/>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3"/>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3"/>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3"/>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3"/>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3"/>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3"/>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3"/>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3"/>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3"/>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3"/>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3"/>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3"/>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3"/>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3"/>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3"/>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3"/>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3"/>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3"/>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3"/>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3"/>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3"/>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3"/>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3"/>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3"/>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3"/>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3"/>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3"/>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3"/>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3"/>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3"/>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3"/>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3"/>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3"/>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3"/>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3"/>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3"/>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3"/>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3"/>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3"/>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3"/>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3"/>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3"/>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3"/>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3"/>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3"/>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3"/>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3"/>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3"/>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3"/>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3"/>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05" name="Google Shape;1305;p23"/>
          <p:cNvGrpSpPr/>
          <p:nvPr/>
        </p:nvGrpSpPr>
        <p:grpSpPr>
          <a:xfrm>
            <a:off x="5480575" y="649425"/>
            <a:ext cx="178225" cy="178225"/>
            <a:chOff x="6772475" y="3811500"/>
            <a:chExt cx="178225" cy="178225"/>
          </a:xfrm>
        </p:grpSpPr>
        <p:sp>
          <p:nvSpPr>
            <p:cNvPr id="1306" name="Google Shape;1306;p2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1" name="Google Shape;1311;p23"/>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3"/>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3" name="Google Shape;1313;p23"/>
          <p:cNvGrpSpPr/>
          <p:nvPr/>
        </p:nvGrpSpPr>
        <p:grpSpPr>
          <a:xfrm>
            <a:off x="7619516" y="3343045"/>
            <a:ext cx="600271" cy="545702"/>
            <a:chOff x="983041" y="1749595"/>
            <a:chExt cx="600271" cy="545702"/>
          </a:xfrm>
        </p:grpSpPr>
        <p:sp>
          <p:nvSpPr>
            <p:cNvPr id="1314" name="Google Shape;1314;p23"/>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3"/>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3"/>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3"/>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3"/>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3"/>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3"/>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3"/>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3"/>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3"/>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3"/>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3"/>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3"/>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3"/>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3"/>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3"/>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3"/>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3"/>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3"/>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3"/>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3"/>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3"/>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3"/>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3"/>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3"/>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3"/>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3"/>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3"/>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3"/>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3"/>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3"/>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3"/>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3"/>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3"/>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3"/>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3"/>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3"/>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3"/>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3"/>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3"/>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3"/>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3"/>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3"/>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3"/>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3"/>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3"/>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3"/>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3"/>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3"/>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3"/>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3"/>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3"/>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3"/>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3"/>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3"/>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3"/>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3"/>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1" name="Google Shape;1371;p23"/>
          <p:cNvGrpSpPr/>
          <p:nvPr/>
        </p:nvGrpSpPr>
        <p:grpSpPr>
          <a:xfrm>
            <a:off x="3946225" y="4442088"/>
            <a:ext cx="1252525" cy="322800"/>
            <a:chOff x="3946225" y="4442088"/>
            <a:chExt cx="1252525" cy="322800"/>
          </a:xfrm>
        </p:grpSpPr>
        <p:grpSp>
          <p:nvGrpSpPr>
            <p:cNvPr id="1372" name="Google Shape;1372;p23"/>
            <p:cNvGrpSpPr/>
            <p:nvPr/>
          </p:nvGrpSpPr>
          <p:grpSpPr>
            <a:xfrm>
              <a:off x="4386225" y="4442088"/>
              <a:ext cx="372525" cy="322800"/>
              <a:chOff x="4386225" y="4090138"/>
              <a:chExt cx="372525" cy="322800"/>
            </a:xfrm>
          </p:grpSpPr>
          <p:sp>
            <p:nvSpPr>
              <p:cNvPr id="1373" name="Google Shape;1373;p23"/>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3"/>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3"/>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3"/>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3"/>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3"/>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3"/>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3"/>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3"/>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3"/>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3"/>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3"/>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3"/>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3"/>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3"/>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3"/>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3"/>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3"/>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3"/>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3"/>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3"/>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3"/>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3"/>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3"/>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3"/>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3"/>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3"/>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23"/>
            <p:cNvGrpSpPr/>
            <p:nvPr/>
          </p:nvGrpSpPr>
          <p:grpSpPr>
            <a:xfrm>
              <a:off x="4826225" y="4442088"/>
              <a:ext cx="372525" cy="322800"/>
              <a:chOff x="4826225" y="4090138"/>
              <a:chExt cx="372525" cy="322800"/>
            </a:xfrm>
          </p:grpSpPr>
          <p:sp>
            <p:nvSpPr>
              <p:cNvPr id="1401" name="Google Shape;1401;p23"/>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3"/>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3"/>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3"/>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3"/>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3"/>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3"/>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3"/>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3"/>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3"/>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3"/>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3"/>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3"/>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3"/>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3"/>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3"/>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3"/>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3"/>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9" name="Google Shape;1419;p23"/>
            <p:cNvGrpSpPr/>
            <p:nvPr/>
          </p:nvGrpSpPr>
          <p:grpSpPr>
            <a:xfrm>
              <a:off x="3946225" y="4442088"/>
              <a:ext cx="372525" cy="322800"/>
              <a:chOff x="3946225" y="4090138"/>
              <a:chExt cx="372525" cy="322800"/>
            </a:xfrm>
          </p:grpSpPr>
          <p:sp>
            <p:nvSpPr>
              <p:cNvPr id="1420" name="Google Shape;1420;p23"/>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3"/>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3"/>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3"/>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3"/>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3"/>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3"/>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3"/>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3"/>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3"/>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3"/>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3"/>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3"/>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3"/>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3"/>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3"/>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3"/>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3"/>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3"/>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3"/>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3"/>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3"/>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3"/>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3"/>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3"/>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3"/>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3"/>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3"/>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3"/>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3"/>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3"/>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3"/>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3"/>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3"/>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3"/>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3"/>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3"/>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3"/>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3"/>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3"/>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3"/>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3"/>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3"/>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63" name="Google Shape;1463;p23"/>
          <p:cNvSpPr txBox="1"/>
          <p:nvPr>
            <p:ph type="ctrTitle"/>
          </p:nvPr>
        </p:nvSpPr>
        <p:spPr>
          <a:xfrm>
            <a:off x="720000" y="2202850"/>
            <a:ext cx="7704000" cy="54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sz="4800"/>
              <a:t>Game Concept</a:t>
            </a:r>
            <a:endParaRPr sz="4800"/>
          </a:p>
        </p:txBody>
      </p:sp>
      <p:sp>
        <p:nvSpPr>
          <p:cNvPr id="1464" name="Google Shape;1464;p23"/>
          <p:cNvSpPr/>
          <p:nvPr/>
        </p:nvSpPr>
        <p:spPr>
          <a:xfrm>
            <a:off x="3613429" y="1105002"/>
            <a:ext cx="1917143" cy="914399"/>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01</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68" name="Shape 1468"/>
        <p:cNvGrpSpPr/>
        <p:nvPr/>
      </p:nvGrpSpPr>
      <p:grpSpPr>
        <a:xfrm>
          <a:off x="0" y="0"/>
          <a:ext cx="0" cy="0"/>
          <a:chOff x="0" y="0"/>
          <a:chExt cx="0" cy="0"/>
        </a:xfrm>
      </p:grpSpPr>
      <p:grpSp>
        <p:nvGrpSpPr>
          <p:cNvPr id="1469" name="Google Shape;1469;p24"/>
          <p:cNvGrpSpPr/>
          <p:nvPr/>
        </p:nvGrpSpPr>
        <p:grpSpPr>
          <a:xfrm>
            <a:off x="7619516" y="3343045"/>
            <a:ext cx="600271" cy="545702"/>
            <a:chOff x="983041" y="1749595"/>
            <a:chExt cx="600271" cy="545702"/>
          </a:xfrm>
        </p:grpSpPr>
        <p:sp>
          <p:nvSpPr>
            <p:cNvPr id="1470" name="Google Shape;1470;p24"/>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4"/>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4"/>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4"/>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4"/>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4"/>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4"/>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4"/>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4"/>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4"/>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4"/>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4"/>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4"/>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4"/>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4"/>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4"/>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4"/>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4"/>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4"/>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4"/>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4"/>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4"/>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4"/>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4"/>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4"/>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4"/>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4"/>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4"/>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4"/>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4"/>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4"/>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4"/>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4"/>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4"/>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4"/>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4"/>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4"/>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4"/>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4"/>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4"/>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4"/>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4"/>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4"/>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4"/>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4"/>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4"/>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4"/>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4"/>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4"/>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4"/>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4"/>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4"/>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4"/>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4"/>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4"/>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5" name="Google Shape;1525;p24"/>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6" name="Google Shape;1526;p24"/>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4"/>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4"/>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4"/>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4"/>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4"/>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2" name="Google Shape;1532;p24"/>
          <p:cNvGrpSpPr/>
          <p:nvPr/>
        </p:nvGrpSpPr>
        <p:grpSpPr>
          <a:xfrm>
            <a:off x="3419735" y="294423"/>
            <a:ext cx="491152" cy="491152"/>
            <a:chOff x="3419735" y="294423"/>
            <a:chExt cx="491152" cy="491152"/>
          </a:xfrm>
        </p:grpSpPr>
        <p:grpSp>
          <p:nvGrpSpPr>
            <p:cNvPr id="1533" name="Google Shape;1533;p24"/>
            <p:cNvGrpSpPr/>
            <p:nvPr/>
          </p:nvGrpSpPr>
          <p:grpSpPr>
            <a:xfrm>
              <a:off x="3419735" y="294423"/>
              <a:ext cx="491152" cy="491152"/>
              <a:chOff x="1037610" y="705511"/>
              <a:chExt cx="491152" cy="491152"/>
            </a:xfrm>
          </p:grpSpPr>
          <p:sp>
            <p:nvSpPr>
              <p:cNvPr id="1534" name="Google Shape;1534;p24"/>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4"/>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4"/>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4"/>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4"/>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4"/>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4"/>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4"/>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4"/>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4"/>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4"/>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4"/>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4"/>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4"/>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4"/>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4"/>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4"/>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4"/>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4"/>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4"/>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4"/>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4"/>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4"/>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4"/>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4"/>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4"/>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4"/>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4"/>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4"/>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4"/>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4"/>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4"/>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4"/>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4"/>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4"/>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4"/>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4"/>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4"/>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4"/>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4"/>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4" name="Google Shape;1574;p24"/>
            <p:cNvGrpSpPr/>
            <p:nvPr/>
          </p:nvGrpSpPr>
          <p:grpSpPr>
            <a:xfrm>
              <a:off x="3419735" y="294423"/>
              <a:ext cx="491152" cy="491152"/>
              <a:chOff x="1037610" y="705511"/>
              <a:chExt cx="491152" cy="491152"/>
            </a:xfrm>
          </p:grpSpPr>
          <p:sp>
            <p:nvSpPr>
              <p:cNvPr id="1575" name="Google Shape;1575;p24"/>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4"/>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4"/>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4"/>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4"/>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4"/>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4"/>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4"/>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4"/>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4"/>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4"/>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4"/>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4"/>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4"/>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4"/>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4"/>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4"/>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4"/>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4"/>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4"/>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4"/>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4"/>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4"/>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4"/>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4"/>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4"/>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4"/>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4"/>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4"/>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4"/>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4"/>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4"/>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4"/>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4"/>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4"/>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4"/>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4"/>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4"/>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4"/>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4"/>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15" name="Google Shape;1615;p24"/>
          <p:cNvGrpSpPr/>
          <p:nvPr/>
        </p:nvGrpSpPr>
        <p:grpSpPr>
          <a:xfrm>
            <a:off x="7030325" y="4135513"/>
            <a:ext cx="178225" cy="178225"/>
            <a:chOff x="6772475" y="3811500"/>
            <a:chExt cx="178225" cy="178225"/>
          </a:xfrm>
        </p:grpSpPr>
        <p:sp>
          <p:nvSpPr>
            <p:cNvPr id="1616" name="Google Shape;1616;p24"/>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4"/>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4"/>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4"/>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4"/>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1" name="Google Shape;1621;p24"/>
          <p:cNvGrpSpPr/>
          <p:nvPr/>
        </p:nvGrpSpPr>
        <p:grpSpPr>
          <a:xfrm>
            <a:off x="1633900" y="735075"/>
            <a:ext cx="178225" cy="178225"/>
            <a:chOff x="6772475" y="3811500"/>
            <a:chExt cx="178225" cy="178225"/>
          </a:xfrm>
        </p:grpSpPr>
        <p:sp>
          <p:nvSpPr>
            <p:cNvPr id="1622" name="Google Shape;1622;p24"/>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4"/>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4"/>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4"/>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4"/>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7" name="Google Shape;1627;p24"/>
          <p:cNvGrpSpPr/>
          <p:nvPr/>
        </p:nvGrpSpPr>
        <p:grpSpPr>
          <a:xfrm>
            <a:off x="801366" y="3598941"/>
            <a:ext cx="600271" cy="491134"/>
            <a:chOff x="801366" y="3598941"/>
            <a:chExt cx="600271" cy="491134"/>
          </a:xfrm>
        </p:grpSpPr>
        <p:sp>
          <p:nvSpPr>
            <p:cNvPr id="1628" name="Google Shape;1628;p24"/>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4"/>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4"/>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4"/>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4"/>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4"/>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4"/>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4"/>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4"/>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4"/>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4"/>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4"/>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4"/>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4"/>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4"/>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4"/>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4"/>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4"/>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4"/>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4"/>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4"/>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4"/>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4"/>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4"/>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4"/>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4"/>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4"/>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4"/>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4"/>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4"/>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4"/>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4"/>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4"/>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4"/>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4"/>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4"/>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4"/>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4"/>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4"/>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4"/>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4"/>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4"/>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4"/>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4"/>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4"/>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4"/>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4"/>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4"/>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4"/>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4"/>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4"/>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4"/>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4"/>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1" name="Google Shape;1681;p24"/>
            <p:cNvGrpSpPr/>
            <p:nvPr/>
          </p:nvGrpSpPr>
          <p:grpSpPr>
            <a:xfrm>
              <a:off x="801366" y="3598941"/>
              <a:ext cx="600271" cy="491134"/>
              <a:chOff x="983041" y="3919553"/>
              <a:chExt cx="600271" cy="491134"/>
            </a:xfrm>
          </p:grpSpPr>
          <p:sp>
            <p:nvSpPr>
              <p:cNvPr id="1682" name="Google Shape;1682;p24"/>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4"/>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4"/>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4"/>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4"/>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4"/>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4"/>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4"/>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4"/>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4"/>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4"/>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4"/>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4"/>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4"/>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4"/>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4"/>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4"/>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4"/>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4"/>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4"/>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4"/>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4"/>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4"/>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4"/>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4"/>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4"/>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4"/>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4"/>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4"/>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4"/>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4"/>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4"/>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4"/>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4"/>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4"/>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4"/>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4"/>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4"/>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4"/>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4"/>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4"/>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4"/>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4"/>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4"/>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4"/>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4"/>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4"/>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4"/>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4"/>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4"/>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4"/>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4"/>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4"/>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4"/>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4"/>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4"/>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38" name="Google Shape;1738;p24"/>
          <p:cNvGrpSpPr/>
          <p:nvPr/>
        </p:nvGrpSpPr>
        <p:grpSpPr>
          <a:xfrm>
            <a:off x="5480575" y="649425"/>
            <a:ext cx="178225" cy="178225"/>
            <a:chOff x="6772475" y="3811500"/>
            <a:chExt cx="178225" cy="178225"/>
          </a:xfrm>
        </p:grpSpPr>
        <p:sp>
          <p:nvSpPr>
            <p:cNvPr id="1739" name="Google Shape;1739;p24"/>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4"/>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4"/>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4"/>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4"/>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4" name="Google Shape;1744;p24"/>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4"/>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6" name="Google Shape;1746;p24"/>
          <p:cNvGrpSpPr/>
          <p:nvPr/>
        </p:nvGrpSpPr>
        <p:grpSpPr>
          <a:xfrm>
            <a:off x="7619516" y="3343045"/>
            <a:ext cx="600271" cy="545702"/>
            <a:chOff x="983041" y="1749595"/>
            <a:chExt cx="600271" cy="545702"/>
          </a:xfrm>
        </p:grpSpPr>
        <p:sp>
          <p:nvSpPr>
            <p:cNvPr id="1747" name="Google Shape;1747;p24"/>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4"/>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4"/>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4"/>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4"/>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4"/>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4"/>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4"/>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4"/>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4"/>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4"/>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4"/>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4"/>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4"/>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4"/>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4"/>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4"/>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4"/>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4"/>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4"/>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4"/>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4"/>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4"/>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4"/>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4"/>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4"/>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4"/>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4"/>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4"/>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4"/>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4"/>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4"/>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4"/>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4"/>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4"/>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4"/>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4"/>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4"/>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4"/>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4"/>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4"/>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4"/>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4"/>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4"/>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4"/>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4"/>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4"/>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4"/>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4"/>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4"/>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4"/>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4"/>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4"/>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4"/>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4"/>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4"/>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4"/>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24"/>
          <p:cNvGrpSpPr/>
          <p:nvPr/>
        </p:nvGrpSpPr>
        <p:grpSpPr>
          <a:xfrm>
            <a:off x="3946225" y="4442088"/>
            <a:ext cx="1252525" cy="322800"/>
            <a:chOff x="3946225" y="4442088"/>
            <a:chExt cx="1252525" cy="322800"/>
          </a:xfrm>
        </p:grpSpPr>
        <p:grpSp>
          <p:nvGrpSpPr>
            <p:cNvPr id="1805" name="Google Shape;1805;p24"/>
            <p:cNvGrpSpPr/>
            <p:nvPr/>
          </p:nvGrpSpPr>
          <p:grpSpPr>
            <a:xfrm>
              <a:off x="4386225" y="4442088"/>
              <a:ext cx="372525" cy="322800"/>
              <a:chOff x="4386225" y="4090138"/>
              <a:chExt cx="372525" cy="322800"/>
            </a:xfrm>
          </p:grpSpPr>
          <p:sp>
            <p:nvSpPr>
              <p:cNvPr id="1806" name="Google Shape;1806;p24"/>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4"/>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4"/>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4"/>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4"/>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4"/>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4"/>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4"/>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4"/>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4"/>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4"/>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4"/>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4"/>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4"/>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4"/>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4"/>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4"/>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4"/>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4"/>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4"/>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4"/>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4"/>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4"/>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4"/>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4"/>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4"/>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4"/>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3" name="Google Shape;1833;p24"/>
            <p:cNvGrpSpPr/>
            <p:nvPr/>
          </p:nvGrpSpPr>
          <p:grpSpPr>
            <a:xfrm>
              <a:off x="4826225" y="4442088"/>
              <a:ext cx="372525" cy="322800"/>
              <a:chOff x="4826225" y="4090138"/>
              <a:chExt cx="372525" cy="322800"/>
            </a:xfrm>
          </p:grpSpPr>
          <p:sp>
            <p:nvSpPr>
              <p:cNvPr id="1834" name="Google Shape;1834;p24"/>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4"/>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4"/>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4"/>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4"/>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4"/>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4"/>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4"/>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4"/>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4"/>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4"/>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4"/>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4"/>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4"/>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4"/>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4"/>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4"/>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4"/>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2" name="Google Shape;1852;p24"/>
            <p:cNvGrpSpPr/>
            <p:nvPr/>
          </p:nvGrpSpPr>
          <p:grpSpPr>
            <a:xfrm>
              <a:off x="3946225" y="4442088"/>
              <a:ext cx="372525" cy="322800"/>
              <a:chOff x="3946225" y="4090138"/>
              <a:chExt cx="372525" cy="322800"/>
            </a:xfrm>
          </p:grpSpPr>
          <p:sp>
            <p:nvSpPr>
              <p:cNvPr id="1853" name="Google Shape;1853;p24"/>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4"/>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4"/>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4"/>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4"/>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4"/>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4"/>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4"/>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4"/>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4"/>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4"/>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4"/>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4"/>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4"/>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4"/>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4"/>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4"/>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4"/>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4"/>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4"/>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4"/>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4"/>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4"/>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4"/>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4"/>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4"/>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4"/>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4"/>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4"/>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4"/>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4"/>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4"/>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4"/>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4"/>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4"/>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4"/>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4"/>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4"/>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4"/>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4"/>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4"/>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4"/>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4"/>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896" name="Google Shape;1896;p24"/>
          <p:cNvPicPr preferRelativeResize="0"/>
          <p:nvPr/>
        </p:nvPicPr>
        <p:blipFill>
          <a:blip r:embed="rId3">
            <a:alphaModFix/>
          </a:blip>
          <a:stretch>
            <a:fillRect/>
          </a:stretch>
        </p:blipFill>
        <p:spPr>
          <a:xfrm>
            <a:off x="-1014075" y="48750"/>
            <a:ext cx="11172152" cy="5143500"/>
          </a:xfrm>
          <a:prstGeom prst="rect">
            <a:avLst/>
          </a:prstGeom>
          <a:noFill/>
          <a:ln>
            <a:noFill/>
          </a:ln>
        </p:spPr>
      </p:pic>
      <p:pic>
        <p:nvPicPr>
          <p:cNvPr id="1897" name="Google Shape;1897;p24"/>
          <p:cNvPicPr preferRelativeResize="0"/>
          <p:nvPr/>
        </p:nvPicPr>
        <p:blipFill>
          <a:blip r:embed="rId4">
            <a:alphaModFix/>
          </a:blip>
          <a:stretch>
            <a:fillRect/>
          </a:stretch>
        </p:blipFill>
        <p:spPr>
          <a:xfrm>
            <a:off x="801375" y="2484950"/>
            <a:ext cx="2171700" cy="1828800"/>
          </a:xfrm>
          <a:prstGeom prst="rect">
            <a:avLst/>
          </a:prstGeom>
          <a:noFill/>
          <a:ln>
            <a:noFill/>
          </a:ln>
        </p:spPr>
      </p:pic>
      <p:pic>
        <p:nvPicPr>
          <p:cNvPr id="1898" name="Google Shape;1898;p24"/>
          <p:cNvPicPr preferRelativeResize="0"/>
          <p:nvPr/>
        </p:nvPicPr>
        <p:blipFill>
          <a:blip r:embed="rId5">
            <a:alphaModFix/>
          </a:blip>
          <a:stretch>
            <a:fillRect/>
          </a:stretch>
        </p:blipFill>
        <p:spPr>
          <a:xfrm>
            <a:off x="3882500" y="2361125"/>
            <a:ext cx="2238375" cy="2076450"/>
          </a:xfrm>
          <a:prstGeom prst="rect">
            <a:avLst/>
          </a:prstGeom>
          <a:noFill/>
          <a:ln>
            <a:noFill/>
          </a:ln>
        </p:spPr>
      </p:pic>
      <p:pic>
        <p:nvPicPr>
          <p:cNvPr id="1899" name="Google Shape;1899;p24"/>
          <p:cNvPicPr preferRelativeResize="0"/>
          <p:nvPr/>
        </p:nvPicPr>
        <p:blipFill>
          <a:blip r:embed="rId6">
            <a:alphaModFix/>
          </a:blip>
          <a:stretch>
            <a:fillRect/>
          </a:stretch>
        </p:blipFill>
        <p:spPr>
          <a:xfrm>
            <a:off x="6008196" y="3481349"/>
            <a:ext cx="1074500" cy="8058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03" name="Shape 1903"/>
        <p:cNvGrpSpPr/>
        <p:nvPr/>
      </p:nvGrpSpPr>
      <p:grpSpPr>
        <a:xfrm>
          <a:off x="0" y="0"/>
          <a:ext cx="0" cy="0"/>
          <a:chOff x="0" y="0"/>
          <a:chExt cx="0" cy="0"/>
        </a:xfrm>
      </p:grpSpPr>
      <p:grpSp>
        <p:nvGrpSpPr>
          <p:cNvPr id="1904" name="Google Shape;1904;p25"/>
          <p:cNvGrpSpPr/>
          <p:nvPr/>
        </p:nvGrpSpPr>
        <p:grpSpPr>
          <a:xfrm>
            <a:off x="7619516" y="3343045"/>
            <a:ext cx="600271" cy="545702"/>
            <a:chOff x="983041" y="1749595"/>
            <a:chExt cx="600271" cy="545702"/>
          </a:xfrm>
        </p:grpSpPr>
        <p:sp>
          <p:nvSpPr>
            <p:cNvPr id="1905" name="Google Shape;1905;p25"/>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5"/>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5"/>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5"/>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5"/>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5"/>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5"/>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5"/>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5"/>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5"/>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5"/>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5"/>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5"/>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5"/>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5"/>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5"/>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5"/>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5"/>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5"/>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5"/>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5"/>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5"/>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5"/>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5"/>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5"/>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5"/>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5"/>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5"/>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5"/>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5"/>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5"/>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5"/>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5"/>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5"/>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5"/>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5"/>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5"/>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5"/>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5"/>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5"/>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5"/>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5"/>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5"/>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5"/>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5"/>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5"/>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5"/>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5"/>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5"/>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5"/>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5"/>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5"/>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5"/>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5"/>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5"/>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0" name="Google Shape;1960;p25"/>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1" name="Google Shape;1961;p25"/>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5"/>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5"/>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5"/>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5"/>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5"/>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7" name="Google Shape;1967;p25"/>
          <p:cNvGrpSpPr/>
          <p:nvPr/>
        </p:nvGrpSpPr>
        <p:grpSpPr>
          <a:xfrm>
            <a:off x="3419735" y="294423"/>
            <a:ext cx="491152" cy="491152"/>
            <a:chOff x="3419735" y="294423"/>
            <a:chExt cx="491152" cy="491152"/>
          </a:xfrm>
        </p:grpSpPr>
        <p:grpSp>
          <p:nvGrpSpPr>
            <p:cNvPr id="1968" name="Google Shape;1968;p25"/>
            <p:cNvGrpSpPr/>
            <p:nvPr/>
          </p:nvGrpSpPr>
          <p:grpSpPr>
            <a:xfrm>
              <a:off x="3419735" y="294423"/>
              <a:ext cx="491152" cy="491152"/>
              <a:chOff x="1037610" y="705511"/>
              <a:chExt cx="491152" cy="491152"/>
            </a:xfrm>
          </p:grpSpPr>
          <p:sp>
            <p:nvSpPr>
              <p:cNvPr id="1969" name="Google Shape;1969;p25"/>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5"/>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5"/>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5"/>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5"/>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5"/>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5"/>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5"/>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5"/>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5"/>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5"/>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5"/>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5"/>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5"/>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5"/>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5"/>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5"/>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5"/>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5"/>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5"/>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5"/>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5"/>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5"/>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5"/>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5"/>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5"/>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5"/>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5"/>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5"/>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5"/>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5"/>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5"/>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5"/>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5"/>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5"/>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5"/>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5"/>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5"/>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5"/>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5"/>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9" name="Google Shape;2009;p25"/>
            <p:cNvGrpSpPr/>
            <p:nvPr/>
          </p:nvGrpSpPr>
          <p:grpSpPr>
            <a:xfrm>
              <a:off x="3419735" y="294423"/>
              <a:ext cx="491152" cy="491152"/>
              <a:chOff x="1037610" y="705511"/>
              <a:chExt cx="491152" cy="491152"/>
            </a:xfrm>
          </p:grpSpPr>
          <p:sp>
            <p:nvSpPr>
              <p:cNvPr id="2010" name="Google Shape;2010;p25"/>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5"/>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5"/>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5"/>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5"/>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5"/>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5"/>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5"/>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5"/>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5"/>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5"/>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5"/>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5"/>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5"/>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5"/>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5"/>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5"/>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5"/>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5"/>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5"/>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5"/>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5"/>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5"/>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5"/>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5"/>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5"/>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5"/>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5"/>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5"/>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5"/>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5"/>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5"/>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5"/>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5"/>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5"/>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5"/>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5"/>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5"/>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5"/>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5"/>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50" name="Google Shape;2050;p25"/>
          <p:cNvGrpSpPr/>
          <p:nvPr/>
        </p:nvGrpSpPr>
        <p:grpSpPr>
          <a:xfrm>
            <a:off x="7030325" y="4135513"/>
            <a:ext cx="178225" cy="178225"/>
            <a:chOff x="6772475" y="3811500"/>
            <a:chExt cx="178225" cy="178225"/>
          </a:xfrm>
        </p:grpSpPr>
        <p:sp>
          <p:nvSpPr>
            <p:cNvPr id="2051" name="Google Shape;2051;p2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6" name="Google Shape;2056;p25"/>
          <p:cNvGrpSpPr/>
          <p:nvPr/>
        </p:nvGrpSpPr>
        <p:grpSpPr>
          <a:xfrm>
            <a:off x="1633900" y="735075"/>
            <a:ext cx="178225" cy="178225"/>
            <a:chOff x="6772475" y="3811500"/>
            <a:chExt cx="178225" cy="178225"/>
          </a:xfrm>
        </p:grpSpPr>
        <p:sp>
          <p:nvSpPr>
            <p:cNvPr id="2057" name="Google Shape;2057;p2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2" name="Google Shape;2062;p25"/>
          <p:cNvGrpSpPr/>
          <p:nvPr/>
        </p:nvGrpSpPr>
        <p:grpSpPr>
          <a:xfrm>
            <a:off x="801366" y="3598941"/>
            <a:ext cx="600271" cy="491134"/>
            <a:chOff x="801366" y="3598941"/>
            <a:chExt cx="600271" cy="491134"/>
          </a:xfrm>
        </p:grpSpPr>
        <p:sp>
          <p:nvSpPr>
            <p:cNvPr id="2063" name="Google Shape;2063;p25"/>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5"/>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5"/>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5"/>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5"/>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5"/>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5"/>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5"/>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5"/>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5"/>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5"/>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5"/>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5"/>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5"/>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5"/>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5"/>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5"/>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5"/>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5"/>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5"/>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5"/>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5"/>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5"/>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5"/>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5"/>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5"/>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5"/>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5"/>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5"/>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5"/>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5"/>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5"/>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5"/>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5"/>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5"/>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5"/>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5"/>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5"/>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5"/>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5"/>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5"/>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5"/>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5"/>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5"/>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5"/>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5"/>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5"/>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5"/>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5"/>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5"/>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5"/>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5"/>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5"/>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6" name="Google Shape;2116;p25"/>
            <p:cNvGrpSpPr/>
            <p:nvPr/>
          </p:nvGrpSpPr>
          <p:grpSpPr>
            <a:xfrm>
              <a:off x="801366" y="3598941"/>
              <a:ext cx="600271" cy="491134"/>
              <a:chOff x="983041" y="3919553"/>
              <a:chExt cx="600271" cy="491134"/>
            </a:xfrm>
          </p:grpSpPr>
          <p:sp>
            <p:nvSpPr>
              <p:cNvPr id="2117" name="Google Shape;2117;p25"/>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5"/>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5"/>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5"/>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5"/>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5"/>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5"/>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5"/>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5"/>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5"/>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5"/>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5"/>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5"/>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5"/>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5"/>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5"/>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5"/>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5"/>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5"/>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5"/>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5"/>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5"/>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5"/>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5"/>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5"/>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5"/>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5"/>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5"/>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5"/>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5"/>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5"/>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5"/>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5"/>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5"/>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5"/>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5"/>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5"/>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5"/>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5"/>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5"/>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5"/>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5"/>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5"/>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73" name="Google Shape;2173;p25"/>
          <p:cNvGrpSpPr/>
          <p:nvPr/>
        </p:nvGrpSpPr>
        <p:grpSpPr>
          <a:xfrm>
            <a:off x="5480575" y="649425"/>
            <a:ext cx="178225" cy="178225"/>
            <a:chOff x="6772475" y="3811500"/>
            <a:chExt cx="178225" cy="178225"/>
          </a:xfrm>
        </p:grpSpPr>
        <p:sp>
          <p:nvSpPr>
            <p:cNvPr id="2174" name="Google Shape;2174;p2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9" name="Google Shape;2179;p25"/>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5"/>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1" name="Google Shape;2181;p25"/>
          <p:cNvGrpSpPr/>
          <p:nvPr/>
        </p:nvGrpSpPr>
        <p:grpSpPr>
          <a:xfrm>
            <a:off x="7619516" y="3343045"/>
            <a:ext cx="600271" cy="545702"/>
            <a:chOff x="983041" y="1749595"/>
            <a:chExt cx="600271" cy="545702"/>
          </a:xfrm>
        </p:grpSpPr>
        <p:sp>
          <p:nvSpPr>
            <p:cNvPr id="2182" name="Google Shape;2182;p25"/>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5"/>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5"/>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5"/>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5"/>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5"/>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5"/>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5"/>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5"/>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5"/>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5"/>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5"/>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5"/>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5"/>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5"/>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5"/>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5"/>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5"/>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5"/>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5"/>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5"/>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5"/>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5"/>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5"/>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5"/>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5"/>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5"/>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5"/>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5"/>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5"/>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5"/>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5"/>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5"/>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5"/>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5"/>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5"/>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5"/>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5"/>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5"/>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5"/>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5"/>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5"/>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5"/>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5"/>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5"/>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5"/>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5"/>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5"/>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5"/>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5"/>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5"/>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5"/>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5"/>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5"/>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5"/>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5"/>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5"/>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9" name="Google Shape;2239;p25"/>
          <p:cNvGrpSpPr/>
          <p:nvPr/>
        </p:nvGrpSpPr>
        <p:grpSpPr>
          <a:xfrm>
            <a:off x="3946225" y="4442088"/>
            <a:ext cx="1252525" cy="322800"/>
            <a:chOff x="3946225" y="4442088"/>
            <a:chExt cx="1252525" cy="322800"/>
          </a:xfrm>
        </p:grpSpPr>
        <p:grpSp>
          <p:nvGrpSpPr>
            <p:cNvPr id="2240" name="Google Shape;2240;p25"/>
            <p:cNvGrpSpPr/>
            <p:nvPr/>
          </p:nvGrpSpPr>
          <p:grpSpPr>
            <a:xfrm>
              <a:off x="4386225" y="4442088"/>
              <a:ext cx="372525" cy="322800"/>
              <a:chOff x="4386225" y="4090138"/>
              <a:chExt cx="372525" cy="322800"/>
            </a:xfrm>
          </p:grpSpPr>
          <p:sp>
            <p:nvSpPr>
              <p:cNvPr id="2241" name="Google Shape;2241;p25"/>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5"/>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5"/>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5"/>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5"/>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5"/>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5"/>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5"/>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5"/>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5"/>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5"/>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5"/>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5"/>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5"/>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5"/>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5"/>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5"/>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5"/>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5"/>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5"/>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5"/>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5"/>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5"/>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5"/>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5"/>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5"/>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5"/>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8" name="Google Shape;2268;p25"/>
            <p:cNvGrpSpPr/>
            <p:nvPr/>
          </p:nvGrpSpPr>
          <p:grpSpPr>
            <a:xfrm>
              <a:off x="4826225" y="4442088"/>
              <a:ext cx="372525" cy="322800"/>
              <a:chOff x="4826225" y="4090138"/>
              <a:chExt cx="372525" cy="322800"/>
            </a:xfrm>
          </p:grpSpPr>
          <p:sp>
            <p:nvSpPr>
              <p:cNvPr id="2269" name="Google Shape;2269;p25"/>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5"/>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5"/>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5"/>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5"/>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5"/>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5"/>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5"/>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5"/>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5"/>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5"/>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5"/>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5"/>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5"/>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5"/>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5"/>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5"/>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5"/>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7" name="Google Shape;2287;p25"/>
            <p:cNvGrpSpPr/>
            <p:nvPr/>
          </p:nvGrpSpPr>
          <p:grpSpPr>
            <a:xfrm>
              <a:off x="3946225" y="4442088"/>
              <a:ext cx="372525" cy="322800"/>
              <a:chOff x="3946225" y="4090138"/>
              <a:chExt cx="372525" cy="322800"/>
            </a:xfrm>
          </p:grpSpPr>
          <p:sp>
            <p:nvSpPr>
              <p:cNvPr id="2288" name="Google Shape;2288;p25"/>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5"/>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5"/>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5"/>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5"/>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5"/>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5"/>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5"/>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5"/>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5"/>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5"/>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5"/>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5"/>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5"/>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5"/>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5"/>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5"/>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5"/>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5"/>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5"/>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5"/>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5"/>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5"/>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5"/>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5"/>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5"/>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5"/>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5"/>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5"/>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5"/>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5"/>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5"/>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25"/>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25"/>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5"/>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25"/>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5"/>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5"/>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5"/>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25"/>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25"/>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25"/>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5"/>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31" name="Google Shape;2331;p25"/>
          <p:cNvSpPr txBox="1"/>
          <p:nvPr>
            <p:ph type="ctrTitle"/>
          </p:nvPr>
        </p:nvSpPr>
        <p:spPr>
          <a:xfrm>
            <a:off x="720000" y="2202850"/>
            <a:ext cx="7704000" cy="54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sz="4800"/>
              <a:t>Engine</a:t>
            </a:r>
            <a:endParaRPr sz="4800"/>
          </a:p>
          <a:p>
            <a:pPr indent="0" lvl="0" marL="0" rtl="0" algn="ctr">
              <a:spcBef>
                <a:spcPts val="0"/>
              </a:spcBef>
              <a:spcAft>
                <a:spcPts val="0"/>
              </a:spcAft>
              <a:buNone/>
            </a:pPr>
            <a:r>
              <a:rPr lang="en" sz="4800"/>
              <a:t>Architecture</a:t>
            </a:r>
            <a:endParaRPr sz="4800"/>
          </a:p>
        </p:txBody>
      </p:sp>
      <p:sp>
        <p:nvSpPr>
          <p:cNvPr id="2332" name="Google Shape;2332;p25"/>
          <p:cNvSpPr/>
          <p:nvPr/>
        </p:nvSpPr>
        <p:spPr>
          <a:xfrm>
            <a:off x="3613429" y="1105002"/>
            <a:ext cx="2055119" cy="914399"/>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02</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36" name="Shape 2336"/>
        <p:cNvGrpSpPr/>
        <p:nvPr/>
      </p:nvGrpSpPr>
      <p:grpSpPr>
        <a:xfrm>
          <a:off x="0" y="0"/>
          <a:ext cx="0" cy="0"/>
          <a:chOff x="0" y="0"/>
          <a:chExt cx="0" cy="0"/>
        </a:xfrm>
      </p:grpSpPr>
      <p:sp>
        <p:nvSpPr>
          <p:cNvPr id="2337" name="Google Shape;2337;p26"/>
          <p:cNvSpPr txBox="1"/>
          <p:nvPr>
            <p:ph type="title"/>
          </p:nvPr>
        </p:nvSpPr>
        <p:spPr>
          <a:xfrm>
            <a:off x="848300" y="1818750"/>
            <a:ext cx="21972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600"/>
              <a:t>Entities</a:t>
            </a:r>
            <a:endParaRPr sz="2600"/>
          </a:p>
        </p:txBody>
      </p:sp>
      <p:sp>
        <p:nvSpPr>
          <p:cNvPr id="2338" name="Google Shape;2338;p26"/>
          <p:cNvSpPr txBox="1"/>
          <p:nvPr>
            <p:ph idx="2" type="title"/>
          </p:nvPr>
        </p:nvSpPr>
        <p:spPr>
          <a:xfrm>
            <a:off x="1338800" y="1459225"/>
            <a:ext cx="1216200" cy="3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339" name="Google Shape;2339;p26"/>
          <p:cNvSpPr txBox="1"/>
          <p:nvPr>
            <p:ph idx="1" type="subTitle"/>
          </p:nvPr>
        </p:nvSpPr>
        <p:spPr>
          <a:xfrm>
            <a:off x="848300" y="2405151"/>
            <a:ext cx="2197200" cy="14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Player</a:t>
            </a:r>
            <a:endParaRPr sz="1500"/>
          </a:p>
          <a:p>
            <a:pPr indent="0" lvl="0" marL="0" rtl="0" algn="ctr">
              <a:spcBef>
                <a:spcPts val="0"/>
              </a:spcBef>
              <a:spcAft>
                <a:spcPts val="0"/>
              </a:spcAft>
              <a:buNone/>
            </a:pPr>
            <a:r>
              <a:rPr lang="en" sz="1500"/>
              <a:t>Enemies</a:t>
            </a:r>
            <a:endParaRPr sz="1500"/>
          </a:p>
          <a:p>
            <a:pPr indent="0" lvl="0" marL="0" rtl="0" algn="ctr">
              <a:spcBef>
                <a:spcPts val="0"/>
              </a:spcBef>
              <a:spcAft>
                <a:spcPts val="0"/>
              </a:spcAft>
              <a:buNone/>
            </a:pPr>
            <a:r>
              <a:rPr lang="en" sz="1500"/>
              <a:t>Items</a:t>
            </a:r>
            <a:endParaRPr sz="1500"/>
          </a:p>
          <a:p>
            <a:pPr indent="0" lvl="0" marL="0" rtl="0" algn="ctr">
              <a:spcBef>
                <a:spcPts val="0"/>
              </a:spcBef>
              <a:spcAft>
                <a:spcPts val="0"/>
              </a:spcAft>
              <a:buNone/>
            </a:pPr>
            <a:r>
              <a:rPr lang="en" sz="1500"/>
              <a:t>Doors</a:t>
            </a:r>
            <a:endParaRPr sz="1500"/>
          </a:p>
        </p:txBody>
      </p:sp>
      <p:sp>
        <p:nvSpPr>
          <p:cNvPr id="2340" name="Google Shape;2340;p26"/>
          <p:cNvSpPr txBox="1"/>
          <p:nvPr>
            <p:ph idx="3" type="title"/>
          </p:nvPr>
        </p:nvSpPr>
        <p:spPr>
          <a:xfrm>
            <a:off x="3459450" y="1818750"/>
            <a:ext cx="22251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600"/>
              <a:t>Components</a:t>
            </a:r>
            <a:endParaRPr sz="2600"/>
          </a:p>
        </p:txBody>
      </p:sp>
      <p:sp>
        <p:nvSpPr>
          <p:cNvPr id="2341" name="Google Shape;2341;p26"/>
          <p:cNvSpPr txBox="1"/>
          <p:nvPr>
            <p:ph idx="4" type="title"/>
          </p:nvPr>
        </p:nvSpPr>
        <p:spPr>
          <a:xfrm>
            <a:off x="3964800" y="1459225"/>
            <a:ext cx="1214400" cy="3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342" name="Google Shape;2342;p26"/>
          <p:cNvSpPr txBox="1"/>
          <p:nvPr>
            <p:ph idx="5" type="subTitle"/>
          </p:nvPr>
        </p:nvSpPr>
        <p:spPr>
          <a:xfrm>
            <a:off x="3459450" y="2392450"/>
            <a:ext cx="2225100" cy="14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Data</a:t>
            </a:r>
            <a:endParaRPr sz="1500"/>
          </a:p>
        </p:txBody>
      </p:sp>
      <p:sp>
        <p:nvSpPr>
          <p:cNvPr id="2343" name="Google Shape;2343;p26"/>
          <p:cNvSpPr txBox="1"/>
          <p:nvPr>
            <p:ph idx="6" type="title"/>
          </p:nvPr>
        </p:nvSpPr>
        <p:spPr>
          <a:xfrm>
            <a:off x="6098500" y="1818750"/>
            <a:ext cx="21972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600"/>
              <a:t>Systems</a:t>
            </a:r>
            <a:endParaRPr sz="2600"/>
          </a:p>
        </p:txBody>
      </p:sp>
      <p:sp>
        <p:nvSpPr>
          <p:cNvPr id="2344" name="Google Shape;2344;p26"/>
          <p:cNvSpPr txBox="1"/>
          <p:nvPr>
            <p:ph idx="7" type="title"/>
          </p:nvPr>
        </p:nvSpPr>
        <p:spPr>
          <a:xfrm>
            <a:off x="6589000" y="1459225"/>
            <a:ext cx="1216200" cy="3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345" name="Google Shape;2345;p26"/>
          <p:cNvSpPr txBox="1"/>
          <p:nvPr>
            <p:ph idx="8" type="subTitle"/>
          </p:nvPr>
        </p:nvSpPr>
        <p:spPr>
          <a:xfrm>
            <a:off x="6098500" y="2405150"/>
            <a:ext cx="2197200" cy="148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Matching </a:t>
            </a:r>
            <a:endParaRPr sz="1500"/>
          </a:p>
          <a:p>
            <a:pPr indent="0" lvl="0" marL="0" rtl="0" algn="ctr">
              <a:spcBef>
                <a:spcPts val="0"/>
              </a:spcBef>
              <a:spcAft>
                <a:spcPts val="0"/>
              </a:spcAft>
              <a:buNone/>
            </a:pPr>
            <a:r>
              <a:rPr lang="en" sz="1500"/>
              <a:t>Entities and Components</a:t>
            </a:r>
            <a:endParaRPr sz="1500"/>
          </a:p>
        </p:txBody>
      </p:sp>
      <p:sp>
        <p:nvSpPr>
          <p:cNvPr id="2346" name="Google Shape;2346;p26"/>
          <p:cNvSpPr txBox="1"/>
          <p:nvPr>
            <p:ph idx="9" type="title"/>
          </p:nvPr>
        </p:nvSpPr>
        <p:spPr>
          <a:xfrm>
            <a:off x="720000" y="539998"/>
            <a:ext cx="7704000" cy="461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Hybrid ECS Architecture</a:t>
            </a:r>
            <a:endParaRPr sz="2300"/>
          </a:p>
        </p:txBody>
      </p:sp>
      <p:sp>
        <p:nvSpPr>
          <p:cNvPr id="2347" name="Google Shape;2347;p26"/>
          <p:cNvSpPr txBox="1"/>
          <p:nvPr>
            <p:ph idx="13" type="subTitle"/>
          </p:nvPr>
        </p:nvSpPr>
        <p:spPr>
          <a:xfrm>
            <a:off x="1009765" y="4603501"/>
            <a:ext cx="15630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SLIDESGO</a:t>
            </a:r>
            <a:endParaRPr/>
          </a:p>
        </p:txBody>
      </p:sp>
      <p:sp>
        <p:nvSpPr>
          <p:cNvPr id="2348" name="Google Shape;2348;p26"/>
          <p:cNvSpPr txBox="1"/>
          <p:nvPr>
            <p:ph idx="14" type="subTitle"/>
          </p:nvPr>
        </p:nvSpPr>
        <p:spPr>
          <a:xfrm>
            <a:off x="7438624" y="4603501"/>
            <a:ext cx="988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CREDITS</a:t>
            </a:r>
            <a:endParaRPr/>
          </a:p>
        </p:txBody>
      </p:sp>
      <p:grpSp>
        <p:nvGrpSpPr>
          <p:cNvPr id="2349" name="Google Shape;2349;p26"/>
          <p:cNvGrpSpPr/>
          <p:nvPr/>
        </p:nvGrpSpPr>
        <p:grpSpPr>
          <a:xfrm>
            <a:off x="2745535" y="4075586"/>
            <a:ext cx="491152" cy="491152"/>
            <a:chOff x="2745535" y="4075586"/>
            <a:chExt cx="491152" cy="491152"/>
          </a:xfrm>
        </p:grpSpPr>
        <p:grpSp>
          <p:nvGrpSpPr>
            <p:cNvPr id="2350" name="Google Shape;2350;p26"/>
            <p:cNvGrpSpPr/>
            <p:nvPr/>
          </p:nvGrpSpPr>
          <p:grpSpPr>
            <a:xfrm>
              <a:off x="2745535" y="4075586"/>
              <a:ext cx="491152" cy="491152"/>
              <a:chOff x="1037610" y="705511"/>
              <a:chExt cx="491152" cy="491152"/>
            </a:xfrm>
          </p:grpSpPr>
          <p:sp>
            <p:nvSpPr>
              <p:cNvPr id="2351" name="Google Shape;2351;p26"/>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6"/>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6"/>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6"/>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6"/>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6"/>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6"/>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6"/>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6"/>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6"/>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6"/>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6"/>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6"/>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6"/>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6"/>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6"/>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6"/>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6"/>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6"/>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6"/>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6"/>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6"/>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6"/>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6"/>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6"/>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6"/>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6"/>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6"/>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26"/>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26"/>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26"/>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6"/>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6"/>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6"/>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6"/>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6"/>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6"/>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6"/>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6"/>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6"/>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1" name="Google Shape;2391;p26"/>
            <p:cNvSpPr/>
            <p:nvPr/>
          </p:nvSpPr>
          <p:spPr>
            <a:xfrm>
              <a:off x="2896800" y="4223150"/>
              <a:ext cx="185700" cy="20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2" name="Google Shape;2392;p26"/>
            <p:cNvGrpSpPr/>
            <p:nvPr/>
          </p:nvGrpSpPr>
          <p:grpSpPr>
            <a:xfrm>
              <a:off x="2745535" y="4075586"/>
              <a:ext cx="491152" cy="491152"/>
              <a:chOff x="1037610" y="705511"/>
              <a:chExt cx="491152" cy="491152"/>
            </a:xfrm>
          </p:grpSpPr>
          <p:sp>
            <p:nvSpPr>
              <p:cNvPr id="2393" name="Google Shape;2393;p26"/>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6"/>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6"/>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6"/>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6"/>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6"/>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6"/>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6"/>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6"/>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6"/>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6"/>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6"/>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6"/>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6"/>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6"/>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6"/>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6"/>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6"/>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6"/>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6"/>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6"/>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6"/>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26"/>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6"/>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6"/>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6"/>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6"/>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6"/>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6"/>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6"/>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6"/>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6"/>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6"/>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6"/>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6"/>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6"/>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6"/>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6"/>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6"/>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6"/>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3" name="Google Shape;2433;p26"/>
          <p:cNvGrpSpPr/>
          <p:nvPr/>
        </p:nvGrpSpPr>
        <p:grpSpPr>
          <a:xfrm>
            <a:off x="7722528" y="732786"/>
            <a:ext cx="818581" cy="545720"/>
            <a:chOff x="7722528" y="732786"/>
            <a:chExt cx="818581" cy="545720"/>
          </a:xfrm>
        </p:grpSpPr>
        <p:grpSp>
          <p:nvGrpSpPr>
            <p:cNvPr id="2434" name="Google Shape;2434;p26"/>
            <p:cNvGrpSpPr/>
            <p:nvPr/>
          </p:nvGrpSpPr>
          <p:grpSpPr>
            <a:xfrm>
              <a:off x="7722528" y="732786"/>
              <a:ext cx="818581" cy="545720"/>
              <a:chOff x="1945228" y="678236"/>
              <a:chExt cx="818581" cy="545720"/>
            </a:xfrm>
          </p:grpSpPr>
          <p:sp>
            <p:nvSpPr>
              <p:cNvPr id="2435" name="Google Shape;2435;p26"/>
              <p:cNvSpPr/>
              <p:nvPr/>
            </p:nvSpPr>
            <p:spPr>
              <a:xfrm>
                <a:off x="2545498" y="1169352"/>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6"/>
              <p:cNvSpPr/>
              <p:nvPr/>
            </p:nvSpPr>
            <p:spPr>
              <a:xfrm>
                <a:off x="2108951" y="1169352"/>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6"/>
              <p:cNvSpPr/>
              <p:nvPr/>
            </p:nvSpPr>
            <p:spPr>
              <a:xfrm>
                <a:off x="2600067" y="1114783"/>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6"/>
              <p:cNvSpPr/>
              <p:nvPr/>
            </p:nvSpPr>
            <p:spPr>
              <a:xfrm>
                <a:off x="2054365" y="111478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6"/>
              <p:cNvSpPr/>
              <p:nvPr/>
            </p:nvSpPr>
            <p:spPr>
              <a:xfrm>
                <a:off x="2600067" y="1060233"/>
                <a:ext cx="54605" cy="54568"/>
              </a:xfrm>
              <a:custGeom>
                <a:rect b="b" l="l" r="r" t="t"/>
                <a:pathLst>
                  <a:path extrusionOk="0" h="3019"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6"/>
              <p:cNvSpPr/>
              <p:nvPr/>
            </p:nvSpPr>
            <p:spPr>
              <a:xfrm>
                <a:off x="2545498" y="1060233"/>
                <a:ext cx="54587" cy="54568"/>
              </a:xfrm>
              <a:custGeom>
                <a:rect b="b" l="l" r="r" t="t"/>
                <a:pathLst>
                  <a:path extrusionOk="0" h="3019"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6"/>
              <p:cNvSpPr/>
              <p:nvPr/>
            </p:nvSpPr>
            <p:spPr>
              <a:xfrm>
                <a:off x="2490948" y="1060233"/>
                <a:ext cx="54568" cy="54568"/>
              </a:xfrm>
              <a:custGeom>
                <a:rect b="b" l="l" r="r" t="t"/>
                <a:pathLst>
                  <a:path extrusionOk="0" h="3019"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6"/>
              <p:cNvSpPr/>
              <p:nvPr/>
            </p:nvSpPr>
            <p:spPr>
              <a:xfrm>
                <a:off x="2436362" y="1060233"/>
                <a:ext cx="54605" cy="54568"/>
              </a:xfrm>
              <a:custGeom>
                <a:rect b="b" l="l" r="r" t="t"/>
                <a:pathLst>
                  <a:path extrusionOk="0" h="3019"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6"/>
              <p:cNvSpPr/>
              <p:nvPr/>
            </p:nvSpPr>
            <p:spPr>
              <a:xfrm>
                <a:off x="2381775" y="1060233"/>
                <a:ext cx="54605" cy="54568"/>
              </a:xfrm>
              <a:custGeom>
                <a:rect b="b" l="l" r="r" t="t"/>
                <a:pathLst>
                  <a:path extrusionOk="0" h="3019"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6"/>
              <p:cNvSpPr/>
              <p:nvPr/>
            </p:nvSpPr>
            <p:spPr>
              <a:xfrm>
                <a:off x="2327243" y="1060233"/>
                <a:ext cx="54550" cy="54568"/>
              </a:xfrm>
              <a:custGeom>
                <a:rect b="b" l="l" r="r" t="t"/>
                <a:pathLst>
                  <a:path extrusionOk="0" h="3019"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26"/>
              <p:cNvSpPr/>
              <p:nvPr/>
            </p:nvSpPr>
            <p:spPr>
              <a:xfrm>
                <a:off x="2272656" y="1060233"/>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6"/>
              <p:cNvSpPr/>
              <p:nvPr/>
            </p:nvSpPr>
            <p:spPr>
              <a:xfrm>
                <a:off x="2218070" y="1060233"/>
                <a:ext cx="54605" cy="54568"/>
              </a:xfrm>
              <a:custGeom>
                <a:rect b="b" l="l" r="r" t="t"/>
                <a:pathLst>
                  <a:path extrusionOk="0" h="3019"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6"/>
              <p:cNvSpPr/>
              <p:nvPr/>
            </p:nvSpPr>
            <p:spPr>
              <a:xfrm>
                <a:off x="2163519" y="1060233"/>
                <a:ext cx="54568" cy="54568"/>
              </a:xfrm>
              <a:custGeom>
                <a:rect b="b" l="l" r="r" t="t"/>
                <a:pathLst>
                  <a:path extrusionOk="0" h="3019" w="3019">
                    <a:moveTo>
                      <a:pt x="1" y="0"/>
                    </a:moveTo>
                    <a:lnTo>
                      <a:pt x="1" y="3018"/>
                    </a:lnTo>
                    <a:lnTo>
                      <a:pt x="3019" y="3018"/>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6"/>
              <p:cNvSpPr/>
              <p:nvPr/>
            </p:nvSpPr>
            <p:spPr>
              <a:xfrm>
                <a:off x="2108951" y="1060233"/>
                <a:ext cx="54587" cy="54568"/>
              </a:xfrm>
              <a:custGeom>
                <a:rect b="b" l="l" r="r" t="t"/>
                <a:pathLst>
                  <a:path extrusionOk="0" h="3019"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6"/>
              <p:cNvSpPr/>
              <p:nvPr/>
            </p:nvSpPr>
            <p:spPr>
              <a:xfrm>
                <a:off x="2054365" y="1060233"/>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6"/>
              <p:cNvSpPr/>
              <p:nvPr/>
            </p:nvSpPr>
            <p:spPr>
              <a:xfrm>
                <a:off x="2600067" y="100564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6"/>
              <p:cNvSpPr/>
              <p:nvPr/>
            </p:nvSpPr>
            <p:spPr>
              <a:xfrm>
                <a:off x="2545498" y="1005646"/>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6"/>
              <p:cNvSpPr/>
              <p:nvPr/>
            </p:nvSpPr>
            <p:spPr>
              <a:xfrm>
                <a:off x="2490948" y="100564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6"/>
              <p:cNvSpPr/>
              <p:nvPr/>
            </p:nvSpPr>
            <p:spPr>
              <a:xfrm>
                <a:off x="2163519" y="1005646"/>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26"/>
              <p:cNvSpPr/>
              <p:nvPr/>
            </p:nvSpPr>
            <p:spPr>
              <a:xfrm>
                <a:off x="2108951" y="1005646"/>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26"/>
              <p:cNvSpPr/>
              <p:nvPr/>
            </p:nvSpPr>
            <p:spPr>
              <a:xfrm>
                <a:off x="2054365" y="100564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6"/>
              <p:cNvSpPr/>
              <p:nvPr/>
            </p:nvSpPr>
            <p:spPr>
              <a:xfrm>
                <a:off x="2709204" y="95106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6"/>
              <p:cNvSpPr/>
              <p:nvPr/>
            </p:nvSpPr>
            <p:spPr>
              <a:xfrm>
                <a:off x="2654653" y="95106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6"/>
              <p:cNvSpPr/>
              <p:nvPr/>
            </p:nvSpPr>
            <p:spPr>
              <a:xfrm>
                <a:off x="2600067" y="95106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6"/>
              <p:cNvSpPr/>
              <p:nvPr/>
            </p:nvSpPr>
            <p:spPr>
              <a:xfrm>
                <a:off x="2545498" y="951060"/>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6"/>
              <p:cNvSpPr/>
              <p:nvPr/>
            </p:nvSpPr>
            <p:spPr>
              <a:xfrm>
                <a:off x="2490948" y="95106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6"/>
              <p:cNvSpPr/>
              <p:nvPr/>
            </p:nvSpPr>
            <p:spPr>
              <a:xfrm>
                <a:off x="2381775" y="95106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6"/>
              <p:cNvSpPr/>
              <p:nvPr/>
            </p:nvSpPr>
            <p:spPr>
              <a:xfrm>
                <a:off x="2327243" y="95106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6"/>
              <p:cNvSpPr/>
              <p:nvPr/>
            </p:nvSpPr>
            <p:spPr>
              <a:xfrm>
                <a:off x="2272656" y="95106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6"/>
              <p:cNvSpPr/>
              <p:nvPr/>
            </p:nvSpPr>
            <p:spPr>
              <a:xfrm>
                <a:off x="2163519" y="951060"/>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6"/>
              <p:cNvSpPr/>
              <p:nvPr/>
            </p:nvSpPr>
            <p:spPr>
              <a:xfrm>
                <a:off x="2108951" y="951060"/>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6"/>
              <p:cNvSpPr/>
              <p:nvPr/>
            </p:nvSpPr>
            <p:spPr>
              <a:xfrm>
                <a:off x="2054365" y="95106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6"/>
              <p:cNvSpPr/>
              <p:nvPr/>
            </p:nvSpPr>
            <p:spPr>
              <a:xfrm>
                <a:off x="1999814" y="95106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6"/>
              <p:cNvSpPr/>
              <p:nvPr/>
            </p:nvSpPr>
            <p:spPr>
              <a:xfrm>
                <a:off x="1945228" y="95106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6"/>
              <p:cNvSpPr/>
              <p:nvPr/>
            </p:nvSpPr>
            <p:spPr>
              <a:xfrm>
                <a:off x="2654653" y="8965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6"/>
              <p:cNvSpPr/>
              <p:nvPr/>
            </p:nvSpPr>
            <p:spPr>
              <a:xfrm>
                <a:off x="2600067" y="8965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6"/>
              <p:cNvSpPr/>
              <p:nvPr/>
            </p:nvSpPr>
            <p:spPr>
              <a:xfrm>
                <a:off x="2545498" y="896528"/>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6"/>
              <p:cNvSpPr/>
              <p:nvPr/>
            </p:nvSpPr>
            <p:spPr>
              <a:xfrm>
                <a:off x="2490948" y="8965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6"/>
              <p:cNvSpPr/>
              <p:nvPr/>
            </p:nvSpPr>
            <p:spPr>
              <a:xfrm>
                <a:off x="2436362" y="8965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6"/>
              <p:cNvSpPr/>
              <p:nvPr/>
            </p:nvSpPr>
            <p:spPr>
              <a:xfrm>
                <a:off x="2381775" y="8965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6"/>
              <p:cNvSpPr/>
              <p:nvPr/>
            </p:nvSpPr>
            <p:spPr>
              <a:xfrm>
                <a:off x="2327243" y="8965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6"/>
              <p:cNvSpPr/>
              <p:nvPr/>
            </p:nvSpPr>
            <p:spPr>
              <a:xfrm>
                <a:off x="2272656" y="8965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6"/>
              <p:cNvSpPr/>
              <p:nvPr/>
            </p:nvSpPr>
            <p:spPr>
              <a:xfrm>
                <a:off x="2218070" y="896528"/>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6"/>
              <p:cNvSpPr/>
              <p:nvPr/>
            </p:nvSpPr>
            <p:spPr>
              <a:xfrm>
                <a:off x="2163519" y="896528"/>
                <a:ext cx="54568" cy="54550"/>
              </a:xfrm>
              <a:custGeom>
                <a:rect b="b" l="l" r="r" t="t"/>
                <a:pathLst>
                  <a:path extrusionOk="0" h="3018" w="3019">
                    <a:moveTo>
                      <a:pt x="1" y="0"/>
                    </a:moveTo>
                    <a:lnTo>
                      <a:pt x="1" y="3018"/>
                    </a:lnTo>
                    <a:lnTo>
                      <a:pt x="3019" y="3018"/>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6"/>
              <p:cNvSpPr/>
              <p:nvPr/>
            </p:nvSpPr>
            <p:spPr>
              <a:xfrm>
                <a:off x="2108951" y="896528"/>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6"/>
              <p:cNvSpPr/>
              <p:nvPr/>
            </p:nvSpPr>
            <p:spPr>
              <a:xfrm>
                <a:off x="2054365" y="8965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6"/>
              <p:cNvSpPr/>
              <p:nvPr/>
            </p:nvSpPr>
            <p:spPr>
              <a:xfrm>
                <a:off x="1999814" y="8965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6"/>
              <p:cNvSpPr/>
              <p:nvPr/>
            </p:nvSpPr>
            <p:spPr>
              <a:xfrm>
                <a:off x="2600067" y="84194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6"/>
              <p:cNvSpPr/>
              <p:nvPr/>
            </p:nvSpPr>
            <p:spPr>
              <a:xfrm>
                <a:off x="2545498" y="841941"/>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6"/>
              <p:cNvSpPr/>
              <p:nvPr/>
            </p:nvSpPr>
            <p:spPr>
              <a:xfrm>
                <a:off x="2490948" y="841941"/>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6"/>
              <p:cNvSpPr/>
              <p:nvPr/>
            </p:nvSpPr>
            <p:spPr>
              <a:xfrm>
                <a:off x="2381775" y="84194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6"/>
              <p:cNvSpPr/>
              <p:nvPr/>
            </p:nvSpPr>
            <p:spPr>
              <a:xfrm>
                <a:off x="2327243" y="841941"/>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6"/>
              <p:cNvSpPr/>
              <p:nvPr/>
            </p:nvSpPr>
            <p:spPr>
              <a:xfrm>
                <a:off x="2272656" y="84194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6"/>
              <p:cNvSpPr/>
              <p:nvPr/>
            </p:nvSpPr>
            <p:spPr>
              <a:xfrm>
                <a:off x="2163519" y="841941"/>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6"/>
              <p:cNvSpPr/>
              <p:nvPr/>
            </p:nvSpPr>
            <p:spPr>
              <a:xfrm>
                <a:off x="2108951" y="841941"/>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6"/>
              <p:cNvSpPr/>
              <p:nvPr/>
            </p:nvSpPr>
            <p:spPr>
              <a:xfrm>
                <a:off x="2054365" y="84194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26"/>
              <p:cNvSpPr/>
              <p:nvPr/>
            </p:nvSpPr>
            <p:spPr>
              <a:xfrm>
                <a:off x="2545498" y="787355"/>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6"/>
              <p:cNvSpPr/>
              <p:nvPr/>
            </p:nvSpPr>
            <p:spPr>
              <a:xfrm>
                <a:off x="2490948" y="7873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26"/>
              <p:cNvSpPr/>
              <p:nvPr/>
            </p:nvSpPr>
            <p:spPr>
              <a:xfrm>
                <a:off x="2436362" y="7873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6"/>
              <p:cNvSpPr/>
              <p:nvPr/>
            </p:nvSpPr>
            <p:spPr>
              <a:xfrm>
                <a:off x="2381775" y="7873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6"/>
              <p:cNvSpPr/>
              <p:nvPr/>
            </p:nvSpPr>
            <p:spPr>
              <a:xfrm>
                <a:off x="2327243" y="787355"/>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6"/>
              <p:cNvSpPr/>
              <p:nvPr/>
            </p:nvSpPr>
            <p:spPr>
              <a:xfrm>
                <a:off x="2272656" y="7873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6"/>
              <p:cNvSpPr/>
              <p:nvPr/>
            </p:nvSpPr>
            <p:spPr>
              <a:xfrm>
                <a:off x="2218070" y="787355"/>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6"/>
              <p:cNvSpPr/>
              <p:nvPr/>
            </p:nvSpPr>
            <p:spPr>
              <a:xfrm>
                <a:off x="2163519" y="787355"/>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26"/>
              <p:cNvSpPr/>
              <p:nvPr/>
            </p:nvSpPr>
            <p:spPr>
              <a:xfrm>
                <a:off x="2108951" y="787355"/>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26"/>
              <p:cNvSpPr/>
              <p:nvPr/>
            </p:nvSpPr>
            <p:spPr>
              <a:xfrm>
                <a:off x="2545498" y="732804"/>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6"/>
              <p:cNvSpPr/>
              <p:nvPr/>
            </p:nvSpPr>
            <p:spPr>
              <a:xfrm>
                <a:off x="2490948" y="73280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6"/>
              <p:cNvSpPr/>
              <p:nvPr/>
            </p:nvSpPr>
            <p:spPr>
              <a:xfrm>
                <a:off x="2163519" y="732804"/>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6"/>
              <p:cNvSpPr/>
              <p:nvPr/>
            </p:nvSpPr>
            <p:spPr>
              <a:xfrm>
                <a:off x="2108951" y="732804"/>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26"/>
              <p:cNvSpPr/>
              <p:nvPr/>
            </p:nvSpPr>
            <p:spPr>
              <a:xfrm>
                <a:off x="2545498" y="678236"/>
                <a:ext cx="54587"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26"/>
              <p:cNvSpPr/>
              <p:nvPr/>
            </p:nvSpPr>
            <p:spPr>
              <a:xfrm>
                <a:off x="2436362" y="678236"/>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26"/>
              <p:cNvSpPr/>
              <p:nvPr/>
            </p:nvSpPr>
            <p:spPr>
              <a:xfrm>
                <a:off x="2218070" y="678236"/>
                <a:ext cx="54605" cy="54586"/>
              </a:xfrm>
              <a:custGeom>
                <a:rect b="b" l="l" r="r" t="t"/>
                <a:pathLst>
                  <a:path extrusionOk="0" h="3020"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6"/>
              <p:cNvSpPr/>
              <p:nvPr/>
            </p:nvSpPr>
            <p:spPr>
              <a:xfrm>
                <a:off x="2108951" y="678236"/>
                <a:ext cx="54587"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8" name="Google Shape;2508;p26"/>
            <p:cNvSpPr/>
            <p:nvPr/>
          </p:nvSpPr>
          <p:spPr>
            <a:xfrm>
              <a:off x="7984325" y="890600"/>
              <a:ext cx="3114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9" name="Google Shape;2509;p26"/>
            <p:cNvGrpSpPr/>
            <p:nvPr/>
          </p:nvGrpSpPr>
          <p:grpSpPr>
            <a:xfrm>
              <a:off x="7722528" y="732786"/>
              <a:ext cx="818581" cy="545720"/>
              <a:chOff x="1945228" y="678236"/>
              <a:chExt cx="818581" cy="545720"/>
            </a:xfrm>
          </p:grpSpPr>
          <p:sp>
            <p:nvSpPr>
              <p:cNvPr id="2510" name="Google Shape;2510;p26"/>
              <p:cNvSpPr/>
              <p:nvPr/>
            </p:nvSpPr>
            <p:spPr>
              <a:xfrm>
                <a:off x="2545498" y="1169352"/>
                <a:ext cx="54587"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6"/>
              <p:cNvSpPr/>
              <p:nvPr/>
            </p:nvSpPr>
            <p:spPr>
              <a:xfrm>
                <a:off x="2108951" y="1169352"/>
                <a:ext cx="54587"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6"/>
              <p:cNvSpPr/>
              <p:nvPr/>
            </p:nvSpPr>
            <p:spPr>
              <a:xfrm>
                <a:off x="2600067" y="1114783"/>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6"/>
              <p:cNvSpPr/>
              <p:nvPr/>
            </p:nvSpPr>
            <p:spPr>
              <a:xfrm>
                <a:off x="2054365" y="1114783"/>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6"/>
              <p:cNvSpPr/>
              <p:nvPr/>
            </p:nvSpPr>
            <p:spPr>
              <a:xfrm>
                <a:off x="2600067" y="1060233"/>
                <a:ext cx="54605" cy="54568"/>
              </a:xfrm>
              <a:custGeom>
                <a:rect b="b" l="l" r="r" t="t"/>
                <a:pathLst>
                  <a:path extrusionOk="0" h="3019"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6"/>
              <p:cNvSpPr/>
              <p:nvPr/>
            </p:nvSpPr>
            <p:spPr>
              <a:xfrm>
                <a:off x="2545498" y="1060233"/>
                <a:ext cx="54587" cy="54568"/>
              </a:xfrm>
              <a:custGeom>
                <a:rect b="b" l="l" r="r" t="t"/>
                <a:pathLst>
                  <a:path extrusionOk="0" h="3019"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6"/>
              <p:cNvSpPr/>
              <p:nvPr/>
            </p:nvSpPr>
            <p:spPr>
              <a:xfrm>
                <a:off x="2490948" y="1060233"/>
                <a:ext cx="54568" cy="54568"/>
              </a:xfrm>
              <a:custGeom>
                <a:rect b="b" l="l" r="r" t="t"/>
                <a:pathLst>
                  <a:path extrusionOk="0" h="3019"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6"/>
              <p:cNvSpPr/>
              <p:nvPr/>
            </p:nvSpPr>
            <p:spPr>
              <a:xfrm>
                <a:off x="2436362" y="1060233"/>
                <a:ext cx="54605" cy="54568"/>
              </a:xfrm>
              <a:custGeom>
                <a:rect b="b" l="l" r="r" t="t"/>
                <a:pathLst>
                  <a:path extrusionOk="0" h="3019"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6"/>
              <p:cNvSpPr/>
              <p:nvPr/>
            </p:nvSpPr>
            <p:spPr>
              <a:xfrm>
                <a:off x="2381775" y="1060233"/>
                <a:ext cx="54605" cy="54568"/>
              </a:xfrm>
              <a:custGeom>
                <a:rect b="b" l="l" r="r" t="t"/>
                <a:pathLst>
                  <a:path extrusionOk="0" h="3019"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6"/>
              <p:cNvSpPr/>
              <p:nvPr/>
            </p:nvSpPr>
            <p:spPr>
              <a:xfrm>
                <a:off x="2327243" y="1060233"/>
                <a:ext cx="54550" cy="54568"/>
              </a:xfrm>
              <a:custGeom>
                <a:rect b="b" l="l" r="r" t="t"/>
                <a:pathLst>
                  <a:path extrusionOk="0" h="3019"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26"/>
              <p:cNvSpPr/>
              <p:nvPr/>
            </p:nvSpPr>
            <p:spPr>
              <a:xfrm>
                <a:off x="2272656" y="1060233"/>
                <a:ext cx="54605" cy="54568"/>
              </a:xfrm>
              <a:custGeom>
                <a:rect b="b" l="l" r="r" t="t"/>
                <a:pathLst>
                  <a:path extrusionOk="0" h="3019"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26"/>
              <p:cNvSpPr/>
              <p:nvPr/>
            </p:nvSpPr>
            <p:spPr>
              <a:xfrm>
                <a:off x="2218070" y="1060233"/>
                <a:ext cx="54605" cy="54568"/>
              </a:xfrm>
              <a:custGeom>
                <a:rect b="b" l="l" r="r" t="t"/>
                <a:pathLst>
                  <a:path extrusionOk="0" h="3019" w="3021">
                    <a:moveTo>
                      <a:pt x="1" y="0"/>
                    </a:moveTo>
                    <a:lnTo>
                      <a:pt x="1"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26"/>
              <p:cNvSpPr/>
              <p:nvPr/>
            </p:nvSpPr>
            <p:spPr>
              <a:xfrm>
                <a:off x="2163519" y="1060233"/>
                <a:ext cx="54568" cy="54568"/>
              </a:xfrm>
              <a:custGeom>
                <a:rect b="b" l="l" r="r" t="t"/>
                <a:pathLst>
                  <a:path extrusionOk="0" h="3019" w="3019">
                    <a:moveTo>
                      <a:pt x="1" y="0"/>
                    </a:moveTo>
                    <a:lnTo>
                      <a:pt x="1" y="3018"/>
                    </a:lnTo>
                    <a:lnTo>
                      <a:pt x="3019" y="3018"/>
                    </a:lnTo>
                    <a:lnTo>
                      <a:pt x="3019"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26"/>
              <p:cNvSpPr/>
              <p:nvPr/>
            </p:nvSpPr>
            <p:spPr>
              <a:xfrm>
                <a:off x="2108951" y="1060233"/>
                <a:ext cx="54587" cy="54568"/>
              </a:xfrm>
              <a:custGeom>
                <a:rect b="b" l="l" r="r" t="t"/>
                <a:pathLst>
                  <a:path extrusionOk="0" h="3019"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6"/>
              <p:cNvSpPr/>
              <p:nvPr/>
            </p:nvSpPr>
            <p:spPr>
              <a:xfrm>
                <a:off x="2054365" y="1060233"/>
                <a:ext cx="54605" cy="54568"/>
              </a:xfrm>
              <a:custGeom>
                <a:rect b="b" l="l" r="r" t="t"/>
                <a:pathLst>
                  <a:path extrusionOk="0" h="3019"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6"/>
              <p:cNvSpPr/>
              <p:nvPr/>
            </p:nvSpPr>
            <p:spPr>
              <a:xfrm>
                <a:off x="2600067" y="100564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6"/>
              <p:cNvSpPr/>
              <p:nvPr/>
            </p:nvSpPr>
            <p:spPr>
              <a:xfrm>
                <a:off x="2545498" y="1005646"/>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6"/>
              <p:cNvSpPr/>
              <p:nvPr/>
            </p:nvSpPr>
            <p:spPr>
              <a:xfrm>
                <a:off x="2490948" y="1005646"/>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6"/>
              <p:cNvSpPr/>
              <p:nvPr/>
            </p:nvSpPr>
            <p:spPr>
              <a:xfrm>
                <a:off x="2163519" y="1005646"/>
                <a:ext cx="54568" cy="54568"/>
              </a:xfrm>
              <a:custGeom>
                <a:rect b="b" l="l" r="r" t="t"/>
                <a:pathLst>
                  <a:path extrusionOk="0" h="3019" w="3019">
                    <a:moveTo>
                      <a:pt x="1" y="1"/>
                    </a:moveTo>
                    <a:lnTo>
                      <a:pt x="1" y="3018"/>
                    </a:lnTo>
                    <a:lnTo>
                      <a:pt x="3019" y="3018"/>
                    </a:lnTo>
                    <a:lnTo>
                      <a:pt x="3019"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6"/>
              <p:cNvSpPr/>
              <p:nvPr/>
            </p:nvSpPr>
            <p:spPr>
              <a:xfrm>
                <a:off x="2108951" y="1005646"/>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6"/>
              <p:cNvSpPr/>
              <p:nvPr/>
            </p:nvSpPr>
            <p:spPr>
              <a:xfrm>
                <a:off x="2054365" y="100564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26"/>
              <p:cNvSpPr/>
              <p:nvPr/>
            </p:nvSpPr>
            <p:spPr>
              <a:xfrm>
                <a:off x="2709204" y="951060"/>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26"/>
              <p:cNvSpPr/>
              <p:nvPr/>
            </p:nvSpPr>
            <p:spPr>
              <a:xfrm>
                <a:off x="2654653" y="951060"/>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6"/>
              <p:cNvSpPr/>
              <p:nvPr/>
            </p:nvSpPr>
            <p:spPr>
              <a:xfrm>
                <a:off x="2600067" y="951060"/>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6"/>
              <p:cNvSpPr/>
              <p:nvPr/>
            </p:nvSpPr>
            <p:spPr>
              <a:xfrm>
                <a:off x="2545498" y="951060"/>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6"/>
              <p:cNvSpPr/>
              <p:nvPr/>
            </p:nvSpPr>
            <p:spPr>
              <a:xfrm>
                <a:off x="2490948" y="951060"/>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6"/>
              <p:cNvSpPr/>
              <p:nvPr/>
            </p:nvSpPr>
            <p:spPr>
              <a:xfrm>
                <a:off x="2381775" y="951060"/>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6"/>
              <p:cNvSpPr/>
              <p:nvPr/>
            </p:nvSpPr>
            <p:spPr>
              <a:xfrm>
                <a:off x="2327243" y="951060"/>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6"/>
              <p:cNvSpPr/>
              <p:nvPr/>
            </p:nvSpPr>
            <p:spPr>
              <a:xfrm>
                <a:off x="2272656" y="951060"/>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6"/>
              <p:cNvSpPr/>
              <p:nvPr/>
            </p:nvSpPr>
            <p:spPr>
              <a:xfrm>
                <a:off x="2163519" y="951060"/>
                <a:ext cx="54568" cy="54605"/>
              </a:xfrm>
              <a:custGeom>
                <a:rect b="b" l="l" r="r" t="t"/>
                <a:pathLst>
                  <a:path extrusionOk="0" h="3021" w="3019">
                    <a:moveTo>
                      <a:pt x="1" y="1"/>
                    </a:moveTo>
                    <a:lnTo>
                      <a:pt x="1" y="3021"/>
                    </a:lnTo>
                    <a:lnTo>
                      <a:pt x="3019" y="3021"/>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6"/>
              <p:cNvSpPr/>
              <p:nvPr/>
            </p:nvSpPr>
            <p:spPr>
              <a:xfrm>
                <a:off x="2108951" y="951060"/>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6"/>
              <p:cNvSpPr/>
              <p:nvPr/>
            </p:nvSpPr>
            <p:spPr>
              <a:xfrm>
                <a:off x="2054365" y="951060"/>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6"/>
              <p:cNvSpPr/>
              <p:nvPr/>
            </p:nvSpPr>
            <p:spPr>
              <a:xfrm>
                <a:off x="1999814" y="951060"/>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6"/>
              <p:cNvSpPr/>
              <p:nvPr/>
            </p:nvSpPr>
            <p:spPr>
              <a:xfrm>
                <a:off x="1945228" y="951060"/>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6"/>
              <p:cNvSpPr/>
              <p:nvPr/>
            </p:nvSpPr>
            <p:spPr>
              <a:xfrm>
                <a:off x="2654653" y="896528"/>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6"/>
              <p:cNvSpPr/>
              <p:nvPr/>
            </p:nvSpPr>
            <p:spPr>
              <a:xfrm>
                <a:off x="2600067" y="896528"/>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26"/>
              <p:cNvSpPr/>
              <p:nvPr/>
            </p:nvSpPr>
            <p:spPr>
              <a:xfrm>
                <a:off x="2545498" y="896528"/>
                <a:ext cx="54587"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26"/>
              <p:cNvSpPr/>
              <p:nvPr/>
            </p:nvSpPr>
            <p:spPr>
              <a:xfrm>
                <a:off x="2490948" y="896528"/>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26"/>
              <p:cNvSpPr/>
              <p:nvPr/>
            </p:nvSpPr>
            <p:spPr>
              <a:xfrm>
                <a:off x="2436362" y="896528"/>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26"/>
              <p:cNvSpPr/>
              <p:nvPr/>
            </p:nvSpPr>
            <p:spPr>
              <a:xfrm>
                <a:off x="2381775" y="896528"/>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26"/>
              <p:cNvSpPr/>
              <p:nvPr/>
            </p:nvSpPr>
            <p:spPr>
              <a:xfrm>
                <a:off x="2327243" y="896528"/>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6"/>
              <p:cNvSpPr/>
              <p:nvPr/>
            </p:nvSpPr>
            <p:spPr>
              <a:xfrm>
                <a:off x="2272656" y="896528"/>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6"/>
              <p:cNvSpPr/>
              <p:nvPr/>
            </p:nvSpPr>
            <p:spPr>
              <a:xfrm>
                <a:off x="2218070" y="896528"/>
                <a:ext cx="54605" cy="54550"/>
              </a:xfrm>
              <a:custGeom>
                <a:rect b="b" l="l" r="r" t="t"/>
                <a:pathLst>
                  <a:path extrusionOk="0" h="3018" w="3021">
                    <a:moveTo>
                      <a:pt x="1" y="0"/>
                    </a:moveTo>
                    <a:lnTo>
                      <a:pt x="1"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6"/>
              <p:cNvSpPr/>
              <p:nvPr/>
            </p:nvSpPr>
            <p:spPr>
              <a:xfrm>
                <a:off x="2163519" y="896528"/>
                <a:ext cx="54568" cy="54550"/>
              </a:xfrm>
              <a:custGeom>
                <a:rect b="b" l="l" r="r" t="t"/>
                <a:pathLst>
                  <a:path extrusionOk="0" h="3018" w="3019">
                    <a:moveTo>
                      <a:pt x="1" y="0"/>
                    </a:moveTo>
                    <a:lnTo>
                      <a:pt x="1" y="3018"/>
                    </a:lnTo>
                    <a:lnTo>
                      <a:pt x="3019" y="3018"/>
                    </a:lnTo>
                    <a:lnTo>
                      <a:pt x="3019"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6"/>
              <p:cNvSpPr/>
              <p:nvPr/>
            </p:nvSpPr>
            <p:spPr>
              <a:xfrm>
                <a:off x="2108951" y="896528"/>
                <a:ext cx="54587"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6"/>
              <p:cNvSpPr/>
              <p:nvPr/>
            </p:nvSpPr>
            <p:spPr>
              <a:xfrm>
                <a:off x="2054365" y="896528"/>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6"/>
              <p:cNvSpPr/>
              <p:nvPr/>
            </p:nvSpPr>
            <p:spPr>
              <a:xfrm>
                <a:off x="1999814" y="896528"/>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6"/>
              <p:cNvSpPr/>
              <p:nvPr/>
            </p:nvSpPr>
            <p:spPr>
              <a:xfrm>
                <a:off x="2600067" y="841941"/>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6"/>
              <p:cNvSpPr/>
              <p:nvPr/>
            </p:nvSpPr>
            <p:spPr>
              <a:xfrm>
                <a:off x="2545498" y="841941"/>
                <a:ext cx="54587"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6"/>
              <p:cNvSpPr/>
              <p:nvPr/>
            </p:nvSpPr>
            <p:spPr>
              <a:xfrm>
                <a:off x="2490948" y="841941"/>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6"/>
              <p:cNvSpPr/>
              <p:nvPr/>
            </p:nvSpPr>
            <p:spPr>
              <a:xfrm>
                <a:off x="2381775" y="841941"/>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6"/>
              <p:cNvSpPr/>
              <p:nvPr/>
            </p:nvSpPr>
            <p:spPr>
              <a:xfrm>
                <a:off x="2327243" y="841941"/>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6"/>
              <p:cNvSpPr/>
              <p:nvPr/>
            </p:nvSpPr>
            <p:spPr>
              <a:xfrm>
                <a:off x="2272656" y="841941"/>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6"/>
              <p:cNvSpPr/>
              <p:nvPr/>
            </p:nvSpPr>
            <p:spPr>
              <a:xfrm>
                <a:off x="2163519" y="841941"/>
                <a:ext cx="54568" cy="54605"/>
              </a:xfrm>
              <a:custGeom>
                <a:rect b="b" l="l" r="r" t="t"/>
                <a:pathLst>
                  <a:path extrusionOk="0" h="3021" w="3019">
                    <a:moveTo>
                      <a:pt x="1" y="0"/>
                    </a:moveTo>
                    <a:lnTo>
                      <a:pt x="1" y="3020"/>
                    </a:lnTo>
                    <a:lnTo>
                      <a:pt x="3019" y="3020"/>
                    </a:lnTo>
                    <a:lnTo>
                      <a:pt x="3019"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6"/>
              <p:cNvSpPr/>
              <p:nvPr/>
            </p:nvSpPr>
            <p:spPr>
              <a:xfrm>
                <a:off x="2108951" y="841941"/>
                <a:ext cx="54587"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6"/>
              <p:cNvSpPr/>
              <p:nvPr/>
            </p:nvSpPr>
            <p:spPr>
              <a:xfrm>
                <a:off x="2054365" y="841941"/>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6"/>
              <p:cNvSpPr/>
              <p:nvPr/>
            </p:nvSpPr>
            <p:spPr>
              <a:xfrm>
                <a:off x="2545498" y="787355"/>
                <a:ext cx="54587"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26"/>
              <p:cNvSpPr/>
              <p:nvPr/>
            </p:nvSpPr>
            <p:spPr>
              <a:xfrm>
                <a:off x="2490948" y="787355"/>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26"/>
              <p:cNvSpPr/>
              <p:nvPr/>
            </p:nvSpPr>
            <p:spPr>
              <a:xfrm>
                <a:off x="2436362" y="787355"/>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26"/>
              <p:cNvSpPr/>
              <p:nvPr/>
            </p:nvSpPr>
            <p:spPr>
              <a:xfrm>
                <a:off x="2381775" y="787355"/>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26"/>
              <p:cNvSpPr/>
              <p:nvPr/>
            </p:nvSpPr>
            <p:spPr>
              <a:xfrm>
                <a:off x="2327243" y="787355"/>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26"/>
              <p:cNvSpPr/>
              <p:nvPr/>
            </p:nvSpPr>
            <p:spPr>
              <a:xfrm>
                <a:off x="2272656" y="78735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26"/>
              <p:cNvSpPr/>
              <p:nvPr/>
            </p:nvSpPr>
            <p:spPr>
              <a:xfrm>
                <a:off x="2218070" y="787355"/>
                <a:ext cx="54605" cy="54605"/>
              </a:xfrm>
              <a:custGeom>
                <a:rect b="b" l="l" r="r" t="t"/>
                <a:pathLst>
                  <a:path extrusionOk="0" h="3021"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6"/>
              <p:cNvSpPr/>
              <p:nvPr/>
            </p:nvSpPr>
            <p:spPr>
              <a:xfrm>
                <a:off x="2163519" y="787355"/>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26"/>
              <p:cNvSpPr/>
              <p:nvPr/>
            </p:nvSpPr>
            <p:spPr>
              <a:xfrm>
                <a:off x="2108951" y="787355"/>
                <a:ext cx="54587"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26"/>
              <p:cNvSpPr/>
              <p:nvPr/>
            </p:nvSpPr>
            <p:spPr>
              <a:xfrm>
                <a:off x="2545498" y="732804"/>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6"/>
              <p:cNvSpPr/>
              <p:nvPr/>
            </p:nvSpPr>
            <p:spPr>
              <a:xfrm>
                <a:off x="2490948" y="732804"/>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6"/>
              <p:cNvSpPr/>
              <p:nvPr/>
            </p:nvSpPr>
            <p:spPr>
              <a:xfrm>
                <a:off x="2163519" y="732804"/>
                <a:ext cx="54568" cy="54568"/>
              </a:xfrm>
              <a:custGeom>
                <a:rect b="b" l="l" r="r" t="t"/>
                <a:pathLst>
                  <a:path extrusionOk="0" h="3019" w="3019">
                    <a:moveTo>
                      <a:pt x="1" y="1"/>
                    </a:moveTo>
                    <a:lnTo>
                      <a:pt x="1" y="3018"/>
                    </a:lnTo>
                    <a:lnTo>
                      <a:pt x="3019" y="3018"/>
                    </a:lnTo>
                    <a:lnTo>
                      <a:pt x="3019"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6"/>
              <p:cNvSpPr/>
              <p:nvPr/>
            </p:nvSpPr>
            <p:spPr>
              <a:xfrm>
                <a:off x="2108951" y="732804"/>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6"/>
              <p:cNvSpPr/>
              <p:nvPr/>
            </p:nvSpPr>
            <p:spPr>
              <a:xfrm>
                <a:off x="2545498" y="678236"/>
                <a:ext cx="54587" cy="54586"/>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6"/>
              <p:cNvSpPr/>
              <p:nvPr/>
            </p:nvSpPr>
            <p:spPr>
              <a:xfrm>
                <a:off x="2436362" y="678236"/>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6"/>
              <p:cNvSpPr/>
              <p:nvPr/>
            </p:nvSpPr>
            <p:spPr>
              <a:xfrm>
                <a:off x="2218070" y="678236"/>
                <a:ext cx="54605" cy="54586"/>
              </a:xfrm>
              <a:custGeom>
                <a:rect b="b" l="l" r="r" t="t"/>
                <a:pathLst>
                  <a:path extrusionOk="0" h="3020"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6"/>
              <p:cNvSpPr/>
              <p:nvPr/>
            </p:nvSpPr>
            <p:spPr>
              <a:xfrm>
                <a:off x="2108951" y="678236"/>
                <a:ext cx="54587" cy="54586"/>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83" name="Google Shape;2583;p26"/>
          <p:cNvSpPr/>
          <p:nvPr/>
        </p:nvSpPr>
        <p:spPr>
          <a:xfrm>
            <a:off x="5611050" y="39204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6"/>
          <p:cNvSpPr/>
          <p:nvPr/>
        </p:nvSpPr>
        <p:spPr>
          <a:xfrm>
            <a:off x="4667250" y="11315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6"/>
          <p:cNvSpPr/>
          <p:nvPr/>
        </p:nvSpPr>
        <p:spPr>
          <a:xfrm>
            <a:off x="3172350" y="22761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6"/>
          <p:cNvSpPr/>
          <p:nvPr/>
        </p:nvSpPr>
        <p:spPr>
          <a:xfrm>
            <a:off x="2420275" y="12050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6"/>
          <p:cNvSpPr/>
          <p:nvPr/>
        </p:nvSpPr>
        <p:spPr>
          <a:xfrm>
            <a:off x="6334500" y="5312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8" name="Google Shape;2588;p26"/>
          <p:cNvGrpSpPr/>
          <p:nvPr/>
        </p:nvGrpSpPr>
        <p:grpSpPr>
          <a:xfrm>
            <a:off x="5764900" y="1606575"/>
            <a:ext cx="178225" cy="178225"/>
            <a:chOff x="6772475" y="3811500"/>
            <a:chExt cx="178225" cy="178225"/>
          </a:xfrm>
        </p:grpSpPr>
        <p:sp>
          <p:nvSpPr>
            <p:cNvPr id="2589" name="Google Shape;2589;p26"/>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6"/>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6"/>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6"/>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6"/>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4" name="Google Shape;2594;p26"/>
          <p:cNvSpPr/>
          <p:nvPr/>
        </p:nvSpPr>
        <p:spPr>
          <a:xfrm>
            <a:off x="7568050" y="42563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26"/>
          <p:cNvSpPr/>
          <p:nvPr/>
        </p:nvSpPr>
        <p:spPr>
          <a:xfrm>
            <a:off x="1077825" y="42563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6"/>
          <p:cNvSpPr/>
          <p:nvPr/>
        </p:nvSpPr>
        <p:spPr>
          <a:xfrm>
            <a:off x="829591" y="4599928"/>
            <a:ext cx="178225" cy="178225"/>
          </a:xfrm>
          <a:prstGeom prst="rect">
            <a:avLst/>
          </a:prstGeom>
        </p:spPr>
        <p:txBody>
          <a:bodyPr>
            <a:prstTxWarp prst="textPlain"/>
          </a:bodyPr>
          <a:lstStyle/>
          <a:p>
            <a:pPr lvl="0" algn="ctr"/>
            <a:r>
              <a:rPr b="0" i="0">
                <a:ln>
                  <a:noFill/>
                </a:ln>
                <a:solidFill>
                  <a:schemeClr val="lt1"/>
                </a:solidFill>
                <a:latin typeface="Press Start 2P"/>
              </a:rPr>
              <a: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0" name="Shape 2600"/>
        <p:cNvGrpSpPr/>
        <p:nvPr/>
      </p:nvGrpSpPr>
      <p:grpSpPr>
        <a:xfrm>
          <a:off x="0" y="0"/>
          <a:ext cx="0" cy="0"/>
          <a:chOff x="0" y="0"/>
          <a:chExt cx="0" cy="0"/>
        </a:xfrm>
      </p:grpSpPr>
      <p:sp>
        <p:nvSpPr>
          <p:cNvPr id="2601" name="Google Shape;2601;p27"/>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Map Pipeline</a:t>
            </a:r>
            <a:endParaRPr/>
          </a:p>
        </p:txBody>
      </p:sp>
      <p:cxnSp>
        <p:nvCxnSpPr>
          <p:cNvPr id="2602" name="Google Shape;2602;p27"/>
          <p:cNvCxnSpPr>
            <a:stCxn id="2603" idx="3"/>
            <a:endCxn id="2604" idx="1"/>
          </p:cNvCxnSpPr>
          <p:nvPr/>
        </p:nvCxnSpPr>
        <p:spPr>
          <a:xfrm>
            <a:off x="1675050" y="2412225"/>
            <a:ext cx="5793900" cy="0"/>
          </a:xfrm>
          <a:prstGeom prst="straightConnector1">
            <a:avLst/>
          </a:prstGeom>
          <a:noFill/>
          <a:ln cap="flat" cmpd="sng" w="19050">
            <a:solidFill>
              <a:schemeClr val="dk2"/>
            </a:solidFill>
            <a:prstDash val="solid"/>
            <a:round/>
            <a:headEnd len="med" w="med" type="none"/>
            <a:tailEnd len="med" w="med" type="none"/>
          </a:ln>
        </p:spPr>
      </p:cxnSp>
      <p:sp>
        <p:nvSpPr>
          <p:cNvPr id="2605" name="Google Shape;2605;p27"/>
          <p:cNvSpPr txBox="1"/>
          <p:nvPr>
            <p:ph idx="4294967295" type="subTitle"/>
          </p:nvPr>
        </p:nvSpPr>
        <p:spPr>
          <a:xfrm>
            <a:off x="821288" y="1705727"/>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TMX Map</a:t>
            </a:r>
            <a:endParaRPr i="1" sz="2200">
              <a:solidFill>
                <a:schemeClr val="dk2"/>
              </a:solidFill>
            </a:endParaRPr>
          </a:p>
        </p:txBody>
      </p:sp>
      <p:sp>
        <p:nvSpPr>
          <p:cNvPr id="2603" name="Google Shape;2603;p27"/>
          <p:cNvSpPr/>
          <p:nvPr/>
        </p:nvSpPr>
        <p:spPr>
          <a:xfrm>
            <a:off x="1601550" y="2375475"/>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7"/>
          <p:cNvSpPr txBox="1"/>
          <p:nvPr>
            <p:ph idx="4294967295" type="subTitle"/>
          </p:nvPr>
        </p:nvSpPr>
        <p:spPr>
          <a:xfrm>
            <a:off x="2777088" y="1705727"/>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MapLoader</a:t>
            </a:r>
            <a:endParaRPr i="1" sz="2200">
              <a:solidFill>
                <a:schemeClr val="dk2"/>
              </a:solidFill>
            </a:endParaRPr>
          </a:p>
        </p:txBody>
      </p:sp>
      <p:sp>
        <p:nvSpPr>
          <p:cNvPr id="2607" name="Google Shape;2607;p27"/>
          <p:cNvSpPr/>
          <p:nvPr/>
        </p:nvSpPr>
        <p:spPr>
          <a:xfrm>
            <a:off x="3557350" y="2375475"/>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7"/>
          <p:cNvSpPr txBox="1"/>
          <p:nvPr>
            <p:ph idx="4294967295" type="subTitle"/>
          </p:nvPr>
        </p:nvSpPr>
        <p:spPr>
          <a:xfrm>
            <a:off x="4732888" y="1705727"/>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MapData</a:t>
            </a:r>
            <a:endParaRPr i="1" sz="2200">
              <a:solidFill>
                <a:schemeClr val="dk2"/>
              </a:solidFill>
            </a:endParaRPr>
          </a:p>
        </p:txBody>
      </p:sp>
      <p:sp>
        <p:nvSpPr>
          <p:cNvPr id="2609" name="Google Shape;2609;p27"/>
          <p:cNvSpPr/>
          <p:nvPr/>
        </p:nvSpPr>
        <p:spPr>
          <a:xfrm>
            <a:off x="5513150" y="2375475"/>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7"/>
          <p:cNvSpPr txBox="1"/>
          <p:nvPr>
            <p:ph idx="4294967295" type="subTitle"/>
          </p:nvPr>
        </p:nvSpPr>
        <p:spPr>
          <a:xfrm>
            <a:off x="6688688" y="1705727"/>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Map</a:t>
            </a:r>
            <a:endParaRPr i="1" sz="2200">
              <a:solidFill>
                <a:schemeClr val="dk2"/>
              </a:solidFill>
            </a:endParaRPr>
          </a:p>
        </p:txBody>
      </p:sp>
      <p:sp>
        <p:nvSpPr>
          <p:cNvPr id="2604" name="Google Shape;2604;p27"/>
          <p:cNvSpPr/>
          <p:nvPr/>
        </p:nvSpPr>
        <p:spPr>
          <a:xfrm>
            <a:off x="7468950" y="23754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1" name="Google Shape;2611;p27"/>
          <p:cNvGrpSpPr/>
          <p:nvPr/>
        </p:nvGrpSpPr>
        <p:grpSpPr>
          <a:xfrm>
            <a:off x="4518763" y="1314950"/>
            <a:ext cx="178225" cy="178225"/>
            <a:chOff x="6772475" y="3811500"/>
            <a:chExt cx="178225" cy="178225"/>
          </a:xfrm>
        </p:grpSpPr>
        <p:sp>
          <p:nvSpPr>
            <p:cNvPr id="2612" name="Google Shape;2612;p27"/>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7"/>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7"/>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7"/>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27"/>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7" name="Google Shape;2617;p27"/>
          <p:cNvSpPr/>
          <p:nvPr/>
        </p:nvSpPr>
        <p:spPr>
          <a:xfrm flipH="1">
            <a:off x="8192388" y="73410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27"/>
          <p:cNvSpPr/>
          <p:nvPr/>
        </p:nvSpPr>
        <p:spPr>
          <a:xfrm flipH="1">
            <a:off x="1854288" y="13194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9" name="Google Shape;2619;p27"/>
          <p:cNvGrpSpPr/>
          <p:nvPr/>
        </p:nvGrpSpPr>
        <p:grpSpPr>
          <a:xfrm>
            <a:off x="6825015" y="579847"/>
            <a:ext cx="436565" cy="381997"/>
            <a:chOff x="6825015" y="579847"/>
            <a:chExt cx="436565" cy="381997"/>
          </a:xfrm>
        </p:grpSpPr>
        <p:grpSp>
          <p:nvGrpSpPr>
            <p:cNvPr id="2620" name="Google Shape;2620;p27"/>
            <p:cNvGrpSpPr/>
            <p:nvPr/>
          </p:nvGrpSpPr>
          <p:grpSpPr>
            <a:xfrm>
              <a:off x="6825015" y="579847"/>
              <a:ext cx="436565" cy="381997"/>
              <a:chOff x="4278927" y="3974122"/>
              <a:chExt cx="436565" cy="381997"/>
            </a:xfrm>
          </p:grpSpPr>
          <p:sp>
            <p:nvSpPr>
              <p:cNvPr id="2621" name="Google Shape;2621;p27"/>
              <p:cNvSpPr/>
              <p:nvPr/>
            </p:nvSpPr>
            <p:spPr>
              <a:xfrm>
                <a:off x="4660888" y="430155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7"/>
              <p:cNvSpPr/>
              <p:nvPr/>
            </p:nvSpPr>
            <p:spPr>
              <a:xfrm>
                <a:off x="4278927" y="4301550"/>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7"/>
              <p:cNvSpPr/>
              <p:nvPr/>
            </p:nvSpPr>
            <p:spPr>
              <a:xfrm>
                <a:off x="4606356"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7"/>
              <p:cNvSpPr/>
              <p:nvPr/>
            </p:nvSpPr>
            <p:spPr>
              <a:xfrm>
                <a:off x="4551769"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7"/>
              <p:cNvSpPr/>
              <p:nvPr/>
            </p:nvSpPr>
            <p:spPr>
              <a:xfrm>
                <a:off x="4497183" y="4246964"/>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7"/>
              <p:cNvSpPr/>
              <p:nvPr/>
            </p:nvSpPr>
            <p:spPr>
              <a:xfrm>
                <a:off x="4442650"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27"/>
              <p:cNvSpPr/>
              <p:nvPr/>
            </p:nvSpPr>
            <p:spPr>
              <a:xfrm>
                <a:off x="4388064"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27"/>
              <p:cNvSpPr/>
              <p:nvPr/>
            </p:nvSpPr>
            <p:spPr>
              <a:xfrm>
                <a:off x="4333477"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7"/>
              <p:cNvSpPr/>
              <p:nvPr/>
            </p:nvSpPr>
            <p:spPr>
              <a:xfrm>
                <a:off x="4660888" y="4192377"/>
                <a:ext cx="54605" cy="54605"/>
              </a:xfrm>
              <a:custGeom>
                <a:rect b="b" l="l" r="r" t="t"/>
                <a:pathLst>
                  <a:path extrusionOk="0" h="3021" w="3021">
                    <a:moveTo>
                      <a:pt x="1" y="1"/>
                    </a:moveTo>
                    <a:lnTo>
                      <a:pt x="1" y="3021"/>
                    </a:lnTo>
                    <a:lnTo>
                      <a:pt x="3021" y="3021"/>
                    </a:lnTo>
                    <a:lnTo>
                      <a:pt x="3021" y="1"/>
                    </a:lnTo>
                    <a:close/>
                  </a:path>
                </a:pathLst>
              </a:custGeom>
              <a:solidFill>
                <a:srgbClr val="FFF000"/>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7"/>
              <p:cNvSpPr/>
              <p:nvPr/>
            </p:nvSpPr>
            <p:spPr>
              <a:xfrm>
                <a:off x="4606356" y="4192377"/>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27"/>
              <p:cNvSpPr/>
              <p:nvPr/>
            </p:nvSpPr>
            <p:spPr>
              <a:xfrm>
                <a:off x="4333477" y="419237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27"/>
              <p:cNvSpPr/>
              <p:nvPr/>
            </p:nvSpPr>
            <p:spPr>
              <a:xfrm>
                <a:off x="4278927" y="419237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7"/>
              <p:cNvSpPr/>
              <p:nvPr/>
            </p:nvSpPr>
            <p:spPr>
              <a:xfrm>
                <a:off x="4660888" y="4137845"/>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7"/>
              <p:cNvSpPr/>
              <p:nvPr/>
            </p:nvSpPr>
            <p:spPr>
              <a:xfrm>
                <a:off x="4606356" y="4137845"/>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7"/>
              <p:cNvSpPr/>
              <p:nvPr/>
            </p:nvSpPr>
            <p:spPr>
              <a:xfrm>
                <a:off x="4551769"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7"/>
              <p:cNvSpPr/>
              <p:nvPr/>
            </p:nvSpPr>
            <p:spPr>
              <a:xfrm>
                <a:off x="4497183" y="4137845"/>
                <a:ext cx="54605" cy="54550"/>
              </a:xfrm>
              <a:custGeom>
                <a:rect b="b" l="l" r="r" t="t"/>
                <a:pathLst>
                  <a:path extrusionOk="0" h="3018" w="3021">
                    <a:moveTo>
                      <a:pt x="1" y="0"/>
                    </a:moveTo>
                    <a:lnTo>
                      <a:pt x="1" y="3018"/>
                    </a:lnTo>
                    <a:lnTo>
                      <a:pt x="3020" y="3018"/>
                    </a:lnTo>
                    <a:lnTo>
                      <a:pt x="3020"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7"/>
              <p:cNvSpPr/>
              <p:nvPr/>
            </p:nvSpPr>
            <p:spPr>
              <a:xfrm>
                <a:off x="4442650" y="4137845"/>
                <a:ext cx="54550" cy="54550"/>
              </a:xfrm>
              <a:custGeom>
                <a:rect b="b" l="l" r="r" t="t"/>
                <a:pathLst>
                  <a:path extrusionOk="0" h="3018" w="3018">
                    <a:moveTo>
                      <a:pt x="0" y="0"/>
                    </a:moveTo>
                    <a:lnTo>
                      <a:pt x="0" y="3018"/>
                    </a:lnTo>
                    <a:lnTo>
                      <a:pt x="3018" y="3018"/>
                    </a:lnTo>
                    <a:lnTo>
                      <a:pt x="3018"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7"/>
              <p:cNvSpPr/>
              <p:nvPr/>
            </p:nvSpPr>
            <p:spPr>
              <a:xfrm>
                <a:off x="4388064"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7"/>
              <p:cNvSpPr/>
              <p:nvPr/>
            </p:nvSpPr>
            <p:spPr>
              <a:xfrm>
                <a:off x="4333477" y="4137845"/>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7"/>
              <p:cNvSpPr/>
              <p:nvPr/>
            </p:nvSpPr>
            <p:spPr>
              <a:xfrm>
                <a:off x="4278927" y="4137845"/>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7"/>
              <p:cNvSpPr/>
              <p:nvPr/>
            </p:nvSpPr>
            <p:spPr>
              <a:xfrm>
                <a:off x="4606356" y="4083259"/>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7"/>
              <p:cNvSpPr/>
              <p:nvPr/>
            </p:nvSpPr>
            <p:spPr>
              <a:xfrm>
                <a:off x="4497183" y="4083259"/>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7"/>
              <p:cNvSpPr/>
              <p:nvPr/>
            </p:nvSpPr>
            <p:spPr>
              <a:xfrm>
                <a:off x="4442650" y="4083259"/>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7"/>
              <p:cNvSpPr/>
              <p:nvPr/>
            </p:nvSpPr>
            <p:spPr>
              <a:xfrm>
                <a:off x="4333477"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7"/>
              <p:cNvSpPr/>
              <p:nvPr/>
            </p:nvSpPr>
            <p:spPr>
              <a:xfrm>
                <a:off x="4606356" y="4028672"/>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7"/>
              <p:cNvSpPr/>
              <p:nvPr/>
            </p:nvSpPr>
            <p:spPr>
              <a:xfrm>
                <a:off x="4551769"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7"/>
              <p:cNvSpPr/>
              <p:nvPr/>
            </p:nvSpPr>
            <p:spPr>
              <a:xfrm>
                <a:off x="4497183" y="4028672"/>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7"/>
              <p:cNvSpPr/>
              <p:nvPr/>
            </p:nvSpPr>
            <p:spPr>
              <a:xfrm>
                <a:off x="4442650" y="4028672"/>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7"/>
              <p:cNvSpPr/>
              <p:nvPr/>
            </p:nvSpPr>
            <p:spPr>
              <a:xfrm>
                <a:off x="4388064"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7"/>
              <p:cNvSpPr/>
              <p:nvPr/>
            </p:nvSpPr>
            <p:spPr>
              <a:xfrm>
                <a:off x="4333477" y="4028672"/>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7"/>
              <p:cNvSpPr/>
              <p:nvPr/>
            </p:nvSpPr>
            <p:spPr>
              <a:xfrm>
                <a:off x="4551769"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7"/>
              <p:cNvSpPr/>
              <p:nvPr/>
            </p:nvSpPr>
            <p:spPr>
              <a:xfrm>
                <a:off x="4388064"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3" name="Google Shape;2653;p27"/>
            <p:cNvSpPr/>
            <p:nvPr/>
          </p:nvSpPr>
          <p:spPr>
            <a:xfrm>
              <a:off x="6922300" y="671525"/>
              <a:ext cx="266700" cy="20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4" name="Google Shape;2654;p27"/>
            <p:cNvGrpSpPr/>
            <p:nvPr/>
          </p:nvGrpSpPr>
          <p:grpSpPr>
            <a:xfrm>
              <a:off x="6825015" y="579847"/>
              <a:ext cx="436565" cy="381997"/>
              <a:chOff x="4278927" y="3974122"/>
              <a:chExt cx="436565" cy="381997"/>
            </a:xfrm>
          </p:grpSpPr>
          <p:sp>
            <p:nvSpPr>
              <p:cNvPr id="2655" name="Google Shape;2655;p27"/>
              <p:cNvSpPr/>
              <p:nvPr/>
            </p:nvSpPr>
            <p:spPr>
              <a:xfrm>
                <a:off x="4660888" y="430155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7"/>
              <p:cNvSpPr/>
              <p:nvPr/>
            </p:nvSpPr>
            <p:spPr>
              <a:xfrm>
                <a:off x="4278927" y="4301550"/>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7"/>
              <p:cNvSpPr/>
              <p:nvPr/>
            </p:nvSpPr>
            <p:spPr>
              <a:xfrm>
                <a:off x="4606356"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7"/>
              <p:cNvSpPr/>
              <p:nvPr/>
            </p:nvSpPr>
            <p:spPr>
              <a:xfrm>
                <a:off x="4551769"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7"/>
              <p:cNvSpPr/>
              <p:nvPr/>
            </p:nvSpPr>
            <p:spPr>
              <a:xfrm>
                <a:off x="4497183" y="4246964"/>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7"/>
              <p:cNvSpPr/>
              <p:nvPr/>
            </p:nvSpPr>
            <p:spPr>
              <a:xfrm>
                <a:off x="4442650"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7"/>
              <p:cNvSpPr/>
              <p:nvPr/>
            </p:nvSpPr>
            <p:spPr>
              <a:xfrm>
                <a:off x="4388064"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7"/>
              <p:cNvSpPr/>
              <p:nvPr/>
            </p:nvSpPr>
            <p:spPr>
              <a:xfrm>
                <a:off x="4333477"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7"/>
              <p:cNvSpPr/>
              <p:nvPr/>
            </p:nvSpPr>
            <p:spPr>
              <a:xfrm>
                <a:off x="4660888" y="4192377"/>
                <a:ext cx="54605" cy="54605"/>
              </a:xfrm>
              <a:custGeom>
                <a:rect b="b" l="l" r="r" t="t"/>
                <a:pathLst>
                  <a:path extrusionOk="0" h="3021" w="3021">
                    <a:moveTo>
                      <a:pt x="1" y="1"/>
                    </a:moveTo>
                    <a:lnTo>
                      <a:pt x="1" y="3021"/>
                    </a:lnTo>
                    <a:lnTo>
                      <a:pt x="3021" y="3021"/>
                    </a:lnTo>
                    <a:lnTo>
                      <a:pt x="3021"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7"/>
              <p:cNvSpPr/>
              <p:nvPr/>
            </p:nvSpPr>
            <p:spPr>
              <a:xfrm>
                <a:off x="4606356" y="4192377"/>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7"/>
              <p:cNvSpPr/>
              <p:nvPr/>
            </p:nvSpPr>
            <p:spPr>
              <a:xfrm>
                <a:off x="4333477" y="419237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7"/>
              <p:cNvSpPr/>
              <p:nvPr/>
            </p:nvSpPr>
            <p:spPr>
              <a:xfrm>
                <a:off x="4278927" y="419237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7"/>
              <p:cNvSpPr/>
              <p:nvPr/>
            </p:nvSpPr>
            <p:spPr>
              <a:xfrm>
                <a:off x="4660888" y="4137845"/>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7"/>
              <p:cNvSpPr/>
              <p:nvPr/>
            </p:nvSpPr>
            <p:spPr>
              <a:xfrm>
                <a:off x="4606356" y="4137845"/>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7"/>
              <p:cNvSpPr/>
              <p:nvPr/>
            </p:nvSpPr>
            <p:spPr>
              <a:xfrm>
                <a:off x="4551769"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7"/>
              <p:cNvSpPr/>
              <p:nvPr/>
            </p:nvSpPr>
            <p:spPr>
              <a:xfrm>
                <a:off x="4497183" y="4137845"/>
                <a:ext cx="54605" cy="54550"/>
              </a:xfrm>
              <a:custGeom>
                <a:rect b="b" l="l" r="r" t="t"/>
                <a:pathLst>
                  <a:path extrusionOk="0" h="3018" w="3021">
                    <a:moveTo>
                      <a:pt x="1" y="0"/>
                    </a:moveTo>
                    <a:lnTo>
                      <a:pt x="1" y="3018"/>
                    </a:lnTo>
                    <a:lnTo>
                      <a:pt x="3020" y="3018"/>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27"/>
              <p:cNvSpPr/>
              <p:nvPr/>
            </p:nvSpPr>
            <p:spPr>
              <a:xfrm>
                <a:off x="4442650" y="4137845"/>
                <a:ext cx="54550" cy="54550"/>
              </a:xfrm>
              <a:custGeom>
                <a:rect b="b" l="l" r="r" t="t"/>
                <a:pathLst>
                  <a:path extrusionOk="0" h="3018" w="3018">
                    <a:moveTo>
                      <a:pt x="0" y="0"/>
                    </a:moveTo>
                    <a:lnTo>
                      <a:pt x="0" y="3018"/>
                    </a:lnTo>
                    <a:lnTo>
                      <a:pt x="3018" y="3018"/>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7"/>
              <p:cNvSpPr/>
              <p:nvPr/>
            </p:nvSpPr>
            <p:spPr>
              <a:xfrm>
                <a:off x="4388064"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7"/>
              <p:cNvSpPr/>
              <p:nvPr/>
            </p:nvSpPr>
            <p:spPr>
              <a:xfrm>
                <a:off x="4333477" y="4137845"/>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7"/>
              <p:cNvSpPr/>
              <p:nvPr/>
            </p:nvSpPr>
            <p:spPr>
              <a:xfrm>
                <a:off x="4278927" y="4137845"/>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7"/>
              <p:cNvSpPr/>
              <p:nvPr/>
            </p:nvSpPr>
            <p:spPr>
              <a:xfrm>
                <a:off x="4606356" y="4083259"/>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7"/>
              <p:cNvSpPr/>
              <p:nvPr/>
            </p:nvSpPr>
            <p:spPr>
              <a:xfrm>
                <a:off x="4497183" y="4083259"/>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7"/>
              <p:cNvSpPr/>
              <p:nvPr/>
            </p:nvSpPr>
            <p:spPr>
              <a:xfrm>
                <a:off x="4442650" y="4083259"/>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27"/>
              <p:cNvSpPr/>
              <p:nvPr/>
            </p:nvSpPr>
            <p:spPr>
              <a:xfrm>
                <a:off x="4333477"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27"/>
              <p:cNvSpPr/>
              <p:nvPr/>
            </p:nvSpPr>
            <p:spPr>
              <a:xfrm>
                <a:off x="4606356" y="4028672"/>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27"/>
              <p:cNvSpPr/>
              <p:nvPr/>
            </p:nvSpPr>
            <p:spPr>
              <a:xfrm>
                <a:off x="4551769"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7"/>
              <p:cNvSpPr/>
              <p:nvPr/>
            </p:nvSpPr>
            <p:spPr>
              <a:xfrm>
                <a:off x="4497183" y="4028672"/>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7"/>
              <p:cNvSpPr/>
              <p:nvPr/>
            </p:nvSpPr>
            <p:spPr>
              <a:xfrm>
                <a:off x="4442650" y="4028672"/>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7"/>
              <p:cNvSpPr/>
              <p:nvPr/>
            </p:nvSpPr>
            <p:spPr>
              <a:xfrm>
                <a:off x="4388064"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7"/>
              <p:cNvSpPr/>
              <p:nvPr/>
            </p:nvSpPr>
            <p:spPr>
              <a:xfrm>
                <a:off x="4333477" y="4028672"/>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7"/>
              <p:cNvSpPr/>
              <p:nvPr/>
            </p:nvSpPr>
            <p:spPr>
              <a:xfrm>
                <a:off x="4551769"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7"/>
              <p:cNvSpPr/>
              <p:nvPr/>
            </p:nvSpPr>
            <p:spPr>
              <a:xfrm>
                <a:off x="4388064"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87" name="Google Shape;2687;p27"/>
          <p:cNvGrpSpPr/>
          <p:nvPr/>
        </p:nvGrpSpPr>
        <p:grpSpPr>
          <a:xfrm>
            <a:off x="1293035" y="3714357"/>
            <a:ext cx="382015" cy="654875"/>
            <a:chOff x="6961610" y="3554157"/>
            <a:chExt cx="382015" cy="654875"/>
          </a:xfrm>
        </p:grpSpPr>
        <p:grpSp>
          <p:nvGrpSpPr>
            <p:cNvPr id="2688" name="Google Shape;2688;p27"/>
            <p:cNvGrpSpPr/>
            <p:nvPr/>
          </p:nvGrpSpPr>
          <p:grpSpPr>
            <a:xfrm>
              <a:off x="6961610" y="3554157"/>
              <a:ext cx="382015" cy="654875"/>
              <a:chOff x="1092160" y="2766332"/>
              <a:chExt cx="382015" cy="654875"/>
            </a:xfrm>
          </p:grpSpPr>
          <p:sp>
            <p:nvSpPr>
              <p:cNvPr id="2689" name="Google Shape;2689;p27"/>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7"/>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7"/>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7"/>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27"/>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27"/>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27"/>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27"/>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27"/>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27"/>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27"/>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27"/>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27"/>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7"/>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27"/>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7"/>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7"/>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7"/>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7"/>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7"/>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7"/>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27"/>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7"/>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7"/>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7"/>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7"/>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7"/>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27"/>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27"/>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7"/>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7"/>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27"/>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7"/>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7"/>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7"/>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7"/>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7"/>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7"/>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7"/>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7"/>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7"/>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27"/>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27"/>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7"/>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27"/>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7"/>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27"/>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6" name="Google Shape;2736;p27"/>
            <p:cNvSpPr/>
            <p:nvPr/>
          </p:nvSpPr>
          <p:spPr>
            <a:xfrm>
              <a:off x="7015175" y="3715950"/>
              <a:ext cx="273900" cy="300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7" name="Google Shape;2737;p27"/>
            <p:cNvGrpSpPr/>
            <p:nvPr/>
          </p:nvGrpSpPr>
          <p:grpSpPr>
            <a:xfrm>
              <a:off x="6961610" y="3554157"/>
              <a:ext cx="382015" cy="654875"/>
              <a:chOff x="1092160" y="2766332"/>
              <a:chExt cx="382015" cy="654875"/>
            </a:xfrm>
          </p:grpSpPr>
          <p:sp>
            <p:nvSpPr>
              <p:cNvPr id="2738" name="Google Shape;2738;p27"/>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27"/>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27"/>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7"/>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7"/>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7"/>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7"/>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7"/>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27"/>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7"/>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7"/>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7"/>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27"/>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7"/>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7"/>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27"/>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27"/>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7"/>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7"/>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7"/>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7"/>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7"/>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7"/>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7"/>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27"/>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27"/>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27"/>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27"/>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7"/>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7"/>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7"/>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7"/>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7"/>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7"/>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27"/>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7"/>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27"/>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27"/>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27"/>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27"/>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27"/>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27"/>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27"/>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27"/>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27"/>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27"/>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27"/>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2785" name="Google Shape;2785;p27"/>
          <p:cNvCxnSpPr>
            <a:stCxn id="2786" idx="1"/>
            <a:endCxn id="2787" idx="1"/>
          </p:cNvCxnSpPr>
          <p:nvPr/>
        </p:nvCxnSpPr>
        <p:spPr>
          <a:xfrm>
            <a:off x="3557350" y="3526950"/>
            <a:ext cx="3911700" cy="0"/>
          </a:xfrm>
          <a:prstGeom prst="straightConnector1">
            <a:avLst/>
          </a:prstGeom>
          <a:noFill/>
          <a:ln cap="flat" cmpd="sng" w="19050">
            <a:solidFill>
              <a:schemeClr val="dk2"/>
            </a:solidFill>
            <a:prstDash val="solid"/>
            <a:round/>
            <a:headEnd len="med" w="med" type="none"/>
            <a:tailEnd len="med" w="med" type="none"/>
          </a:ln>
        </p:spPr>
      </p:cxnSp>
      <p:sp>
        <p:nvSpPr>
          <p:cNvPr id="2786" name="Google Shape;2786;p27"/>
          <p:cNvSpPr/>
          <p:nvPr/>
        </p:nvSpPr>
        <p:spPr>
          <a:xfrm>
            <a:off x="3557350" y="34902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7"/>
          <p:cNvSpPr/>
          <p:nvPr/>
        </p:nvSpPr>
        <p:spPr>
          <a:xfrm>
            <a:off x="5513150" y="349020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7"/>
          <p:cNvSpPr/>
          <p:nvPr/>
        </p:nvSpPr>
        <p:spPr>
          <a:xfrm>
            <a:off x="7468950" y="3490200"/>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7"/>
          <p:cNvSpPr txBox="1"/>
          <p:nvPr>
            <p:ph idx="4294967295" type="subTitle"/>
          </p:nvPr>
        </p:nvSpPr>
        <p:spPr>
          <a:xfrm>
            <a:off x="2893600" y="3714352"/>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Systems</a:t>
            </a:r>
            <a:endParaRPr i="1" sz="2200">
              <a:solidFill>
                <a:schemeClr val="dk2"/>
              </a:solidFill>
            </a:endParaRPr>
          </a:p>
        </p:txBody>
      </p:sp>
      <p:sp>
        <p:nvSpPr>
          <p:cNvPr id="2790" name="Google Shape;2790;p27"/>
          <p:cNvSpPr txBox="1"/>
          <p:nvPr>
            <p:ph idx="4294967295" type="subTitle"/>
          </p:nvPr>
        </p:nvSpPr>
        <p:spPr>
          <a:xfrm>
            <a:off x="4849400" y="3714352"/>
            <a:ext cx="1705800" cy="45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ECS Entities</a:t>
            </a:r>
            <a:endParaRPr i="1" sz="2200">
              <a:solidFill>
                <a:schemeClr val="dk2"/>
              </a:solidFill>
            </a:endParaRPr>
          </a:p>
        </p:txBody>
      </p:sp>
      <p:sp>
        <p:nvSpPr>
          <p:cNvPr id="2791" name="Google Shape;2791;p27"/>
          <p:cNvSpPr txBox="1"/>
          <p:nvPr>
            <p:ph idx="4294967295" type="subTitle"/>
          </p:nvPr>
        </p:nvSpPr>
        <p:spPr>
          <a:xfrm>
            <a:off x="6297725" y="3712100"/>
            <a:ext cx="2196300" cy="46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200">
                <a:solidFill>
                  <a:schemeClr val="dk2"/>
                </a:solidFill>
              </a:rPr>
              <a:t>StageManager</a:t>
            </a:r>
            <a:endParaRPr i="1" sz="2200">
              <a:solidFill>
                <a:schemeClr val="dk2"/>
              </a:solidFill>
            </a:endParaRPr>
          </a:p>
        </p:txBody>
      </p:sp>
      <p:cxnSp>
        <p:nvCxnSpPr>
          <p:cNvPr id="2792" name="Google Shape;2792;p27"/>
          <p:cNvCxnSpPr>
            <a:stCxn id="2787" idx="0"/>
            <a:endCxn id="2604" idx="2"/>
          </p:cNvCxnSpPr>
          <p:nvPr/>
        </p:nvCxnSpPr>
        <p:spPr>
          <a:xfrm rot="10800000">
            <a:off x="7505700" y="2448900"/>
            <a:ext cx="0" cy="10413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96" name="Shape 2796"/>
        <p:cNvGrpSpPr/>
        <p:nvPr/>
      </p:nvGrpSpPr>
      <p:grpSpPr>
        <a:xfrm>
          <a:off x="0" y="0"/>
          <a:ext cx="0" cy="0"/>
          <a:chOff x="0" y="0"/>
          <a:chExt cx="0" cy="0"/>
        </a:xfrm>
      </p:grpSpPr>
      <p:grpSp>
        <p:nvGrpSpPr>
          <p:cNvPr id="2797" name="Google Shape;2797;p28"/>
          <p:cNvGrpSpPr/>
          <p:nvPr/>
        </p:nvGrpSpPr>
        <p:grpSpPr>
          <a:xfrm>
            <a:off x="7619516" y="3343045"/>
            <a:ext cx="600271" cy="545702"/>
            <a:chOff x="983041" y="1749595"/>
            <a:chExt cx="600271" cy="545702"/>
          </a:xfrm>
        </p:grpSpPr>
        <p:sp>
          <p:nvSpPr>
            <p:cNvPr id="2798" name="Google Shape;2798;p28"/>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28"/>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28"/>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28"/>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28"/>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28"/>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28"/>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28"/>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28"/>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28"/>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28"/>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28"/>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28"/>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28"/>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28"/>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8"/>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8"/>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8"/>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8"/>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28"/>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28"/>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28"/>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28"/>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28"/>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28"/>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28"/>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28"/>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8"/>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28"/>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28"/>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28"/>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28"/>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28"/>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28"/>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28"/>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28"/>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28"/>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28"/>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28"/>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28"/>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28"/>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28"/>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28"/>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28"/>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28"/>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28"/>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28"/>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28"/>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28"/>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28"/>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28"/>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28"/>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28"/>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28"/>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28"/>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3" name="Google Shape;2853;p28"/>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4" name="Google Shape;2854;p28"/>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28"/>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28"/>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28"/>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28"/>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28"/>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0" name="Google Shape;2860;p28"/>
          <p:cNvGrpSpPr/>
          <p:nvPr/>
        </p:nvGrpSpPr>
        <p:grpSpPr>
          <a:xfrm>
            <a:off x="3419735" y="294423"/>
            <a:ext cx="491152" cy="491152"/>
            <a:chOff x="3419735" y="294423"/>
            <a:chExt cx="491152" cy="491152"/>
          </a:xfrm>
        </p:grpSpPr>
        <p:grpSp>
          <p:nvGrpSpPr>
            <p:cNvPr id="2861" name="Google Shape;2861;p28"/>
            <p:cNvGrpSpPr/>
            <p:nvPr/>
          </p:nvGrpSpPr>
          <p:grpSpPr>
            <a:xfrm>
              <a:off x="3419735" y="294423"/>
              <a:ext cx="491152" cy="491152"/>
              <a:chOff x="1037610" y="705511"/>
              <a:chExt cx="491152" cy="491152"/>
            </a:xfrm>
          </p:grpSpPr>
          <p:sp>
            <p:nvSpPr>
              <p:cNvPr id="2862" name="Google Shape;2862;p28"/>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28"/>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28"/>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28"/>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28"/>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8"/>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28"/>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28"/>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28"/>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28"/>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28"/>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28"/>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28"/>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28"/>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28"/>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28"/>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28"/>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28"/>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28"/>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28"/>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28"/>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28"/>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28"/>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28"/>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28"/>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28"/>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28"/>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28"/>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28"/>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28"/>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28"/>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28"/>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28"/>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28"/>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28"/>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28"/>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8"/>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28"/>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28"/>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28"/>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2" name="Google Shape;2902;p28"/>
            <p:cNvGrpSpPr/>
            <p:nvPr/>
          </p:nvGrpSpPr>
          <p:grpSpPr>
            <a:xfrm>
              <a:off x="3419735" y="294423"/>
              <a:ext cx="491152" cy="491152"/>
              <a:chOff x="1037610" y="705511"/>
              <a:chExt cx="491152" cy="491152"/>
            </a:xfrm>
          </p:grpSpPr>
          <p:sp>
            <p:nvSpPr>
              <p:cNvPr id="2903" name="Google Shape;2903;p28"/>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28"/>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28"/>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28"/>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28"/>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28"/>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28"/>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28"/>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28"/>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28"/>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28"/>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28"/>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28"/>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28"/>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28"/>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28"/>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28"/>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28"/>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28"/>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8"/>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28"/>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28"/>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28"/>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28"/>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28"/>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28"/>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28"/>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28"/>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28"/>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28"/>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28"/>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28"/>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28"/>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28"/>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28"/>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28"/>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28"/>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28"/>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28"/>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28"/>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43" name="Google Shape;2943;p28"/>
          <p:cNvGrpSpPr/>
          <p:nvPr/>
        </p:nvGrpSpPr>
        <p:grpSpPr>
          <a:xfrm>
            <a:off x="7030325" y="4135513"/>
            <a:ext cx="178225" cy="178225"/>
            <a:chOff x="6772475" y="3811500"/>
            <a:chExt cx="178225" cy="178225"/>
          </a:xfrm>
        </p:grpSpPr>
        <p:sp>
          <p:nvSpPr>
            <p:cNvPr id="2944" name="Google Shape;2944;p28"/>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28"/>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28"/>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28"/>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28"/>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28"/>
          <p:cNvGrpSpPr/>
          <p:nvPr/>
        </p:nvGrpSpPr>
        <p:grpSpPr>
          <a:xfrm>
            <a:off x="1633900" y="735075"/>
            <a:ext cx="178225" cy="178225"/>
            <a:chOff x="6772475" y="3811500"/>
            <a:chExt cx="178225" cy="178225"/>
          </a:xfrm>
        </p:grpSpPr>
        <p:sp>
          <p:nvSpPr>
            <p:cNvPr id="2950" name="Google Shape;2950;p28"/>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28"/>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28"/>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28"/>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28"/>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5" name="Google Shape;2955;p28"/>
          <p:cNvGrpSpPr/>
          <p:nvPr/>
        </p:nvGrpSpPr>
        <p:grpSpPr>
          <a:xfrm>
            <a:off x="801366" y="3598941"/>
            <a:ext cx="600271" cy="491134"/>
            <a:chOff x="801366" y="3598941"/>
            <a:chExt cx="600271" cy="491134"/>
          </a:xfrm>
        </p:grpSpPr>
        <p:sp>
          <p:nvSpPr>
            <p:cNvPr id="2956" name="Google Shape;2956;p28"/>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28"/>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28"/>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28"/>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28"/>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28"/>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28"/>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28"/>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28"/>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28"/>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28"/>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28"/>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28"/>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28"/>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28"/>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8"/>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8"/>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28"/>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28"/>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28"/>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28"/>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28"/>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28"/>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28"/>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28"/>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28"/>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28"/>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28"/>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28"/>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28"/>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28"/>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28"/>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28"/>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28"/>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28"/>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28"/>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28"/>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28"/>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28"/>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28"/>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28"/>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28"/>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28"/>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28"/>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28"/>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28"/>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28"/>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28"/>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28"/>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28"/>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28"/>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28"/>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28"/>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9" name="Google Shape;3009;p28"/>
            <p:cNvGrpSpPr/>
            <p:nvPr/>
          </p:nvGrpSpPr>
          <p:grpSpPr>
            <a:xfrm>
              <a:off x="801366" y="3598941"/>
              <a:ext cx="600271" cy="491134"/>
              <a:chOff x="983041" y="3919553"/>
              <a:chExt cx="600271" cy="491134"/>
            </a:xfrm>
          </p:grpSpPr>
          <p:sp>
            <p:nvSpPr>
              <p:cNvPr id="3010" name="Google Shape;3010;p28"/>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28"/>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28"/>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28"/>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28"/>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28"/>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28"/>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28"/>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28"/>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28"/>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28"/>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28"/>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28"/>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28"/>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28"/>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28"/>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28"/>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28"/>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28"/>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28"/>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28"/>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28"/>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28"/>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28"/>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28"/>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28"/>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28"/>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28"/>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28"/>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28"/>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8"/>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28"/>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28"/>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28"/>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28"/>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28"/>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28"/>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28"/>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28"/>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28"/>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8"/>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8"/>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28"/>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28"/>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8"/>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8"/>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8"/>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28"/>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28"/>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28"/>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28"/>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28"/>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28"/>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28"/>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28"/>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28"/>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66" name="Google Shape;3066;p28"/>
          <p:cNvGrpSpPr/>
          <p:nvPr/>
        </p:nvGrpSpPr>
        <p:grpSpPr>
          <a:xfrm>
            <a:off x="5480575" y="649425"/>
            <a:ext cx="178225" cy="178225"/>
            <a:chOff x="6772475" y="3811500"/>
            <a:chExt cx="178225" cy="178225"/>
          </a:xfrm>
        </p:grpSpPr>
        <p:sp>
          <p:nvSpPr>
            <p:cNvPr id="3067" name="Google Shape;3067;p28"/>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28"/>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28"/>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28"/>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8"/>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2" name="Google Shape;3072;p28"/>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28"/>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4" name="Google Shape;3074;p28"/>
          <p:cNvGrpSpPr/>
          <p:nvPr/>
        </p:nvGrpSpPr>
        <p:grpSpPr>
          <a:xfrm>
            <a:off x="7619516" y="3343045"/>
            <a:ext cx="600271" cy="545702"/>
            <a:chOff x="983041" y="1749595"/>
            <a:chExt cx="600271" cy="545702"/>
          </a:xfrm>
        </p:grpSpPr>
        <p:sp>
          <p:nvSpPr>
            <p:cNvPr id="3075" name="Google Shape;3075;p28"/>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8"/>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28"/>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28"/>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28"/>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8"/>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28"/>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28"/>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8"/>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8"/>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8"/>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28"/>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28"/>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28"/>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28"/>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28"/>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28"/>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28"/>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28"/>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28"/>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28"/>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28"/>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28"/>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28"/>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28"/>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28"/>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28"/>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28"/>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8"/>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28"/>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28"/>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28"/>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28"/>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28"/>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28"/>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28"/>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28"/>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8"/>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28"/>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28"/>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28"/>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28"/>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28"/>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28"/>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28"/>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28"/>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28"/>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28"/>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28"/>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28"/>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28"/>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28"/>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28"/>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28"/>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28"/>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28"/>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28"/>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2" name="Google Shape;3132;p28"/>
          <p:cNvGrpSpPr/>
          <p:nvPr/>
        </p:nvGrpSpPr>
        <p:grpSpPr>
          <a:xfrm>
            <a:off x="3946225" y="4442088"/>
            <a:ext cx="1252525" cy="322800"/>
            <a:chOff x="3946225" y="4442088"/>
            <a:chExt cx="1252525" cy="322800"/>
          </a:xfrm>
        </p:grpSpPr>
        <p:grpSp>
          <p:nvGrpSpPr>
            <p:cNvPr id="3133" name="Google Shape;3133;p28"/>
            <p:cNvGrpSpPr/>
            <p:nvPr/>
          </p:nvGrpSpPr>
          <p:grpSpPr>
            <a:xfrm>
              <a:off x="4386225" y="4442088"/>
              <a:ext cx="372525" cy="322800"/>
              <a:chOff x="4386225" y="4090138"/>
              <a:chExt cx="372525" cy="322800"/>
            </a:xfrm>
          </p:grpSpPr>
          <p:sp>
            <p:nvSpPr>
              <p:cNvPr id="3134" name="Google Shape;3134;p28"/>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28"/>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28"/>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28"/>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28"/>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28"/>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28"/>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28"/>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28"/>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28"/>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28"/>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28"/>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28"/>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28"/>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28"/>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28"/>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28"/>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28"/>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28"/>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28"/>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28"/>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28"/>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28"/>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28"/>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28"/>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28"/>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28"/>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1" name="Google Shape;3161;p28"/>
            <p:cNvGrpSpPr/>
            <p:nvPr/>
          </p:nvGrpSpPr>
          <p:grpSpPr>
            <a:xfrm>
              <a:off x="4826225" y="4442088"/>
              <a:ext cx="372525" cy="322800"/>
              <a:chOff x="4826225" y="4090138"/>
              <a:chExt cx="372525" cy="322800"/>
            </a:xfrm>
          </p:grpSpPr>
          <p:sp>
            <p:nvSpPr>
              <p:cNvPr id="3162" name="Google Shape;3162;p28"/>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28"/>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28"/>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28"/>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28"/>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28"/>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28"/>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28"/>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28"/>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28"/>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28"/>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28"/>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28"/>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28"/>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28"/>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28"/>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28"/>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28"/>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0" name="Google Shape;3180;p28"/>
            <p:cNvGrpSpPr/>
            <p:nvPr/>
          </p:nvGrpSpPr>
          <p:grpSpPr>
            <a:xfrm>
              <a:off x="3946225" y="4442088"/>
              <a:ext cx="372525" cy="322800"/>
              <a:chOff x="3946225" y="4090138"/>
              <a:chExt cx="372525" cy="322800"/>
            </a:xfrm>
          </p:grpSpPr>
          <p:sp>
            <p:nvSpPr>
              <p:cNvPr id="3181" name="Google Shape;3181;p28"/>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28"/>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28"/>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28"/>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28"/>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28"/>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28"/>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28"/>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28"/>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28"/>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28"/>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28"/>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28"/>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28"/>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28"/>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28"/>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28"/>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28"/>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28"/>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28"/>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28"/>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28"/>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28"/>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28"/>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28"/>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28"/>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28"/>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28"/>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28"/>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28"/>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28"/>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28"/>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28"/>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28"/>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28"/>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28"/>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28"/>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28"/>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28"/>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28"/>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28"/>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28"/>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28"/>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24" name="Google Shape;3224;p28"/>
          <p:cNvSpPr txBox="1"/>
          <p:nvPr>
            <p:ph type="ctrTitle"/>
          </p:nvPr>
        </p:nvSpPr>
        <p:spPr>
          <a:xfrm>
            <a:off x="720000" y="2202850"/>
            <a:ext cx="7704000" cy="54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sz="4800"/>
              <a:t>Main Systems</a:t>
            </a:r>
            <a:endParaRPr sz="4800"/>
          </a:p>
        </p:txBody>
      </p:sp>
      <p:sp>
        <p:nvSpPr>
          <p:cNvPr id="3225" name="Google Shape;3225;p28"/>
          <p:cNvSpPr/>
          <p:nvPr/>
        </p:nvSpPr>
        <p:spPr>
          <a:xfrm>
            <a:off x="3613429" y="1105002"/>
            <a:ext cx="2083129" cy="914399"/>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03</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9" name="Shape 3229"/>
        <p:cNvGrpSpPr/>
        <p:nvPr/>
      </p:nvGrpSpPr>
      <p:grpSpPr>
        <a:xfrm>
          <a:off x="0" y="0"/>
          <a:ext cx="0" cy="0"/>
          <a:chOff x="0" y="0"/>
          <a:chExt cx="0" cy="0"/>
        </a:xfrm>
      </p:grpSpPr>
      <p:sp>
        <p:nvSpPr>
          <p:cNvPr id="3230" name="Google Shape;3230;p29"/>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Systems</a:t>
            </a:r>
            <a:endParaRPr/>
          </a:p>
        </p:txBody>
      </p:sp>
      <p:sp>
        <p:nvSpPr>
          <p:cNvPr id="3231" name="Google Shape;3231;p29"/>
          <p:cNvSpPr/>
          <p:nvPr/>
        </p:nvSpPr>
        <p:spPr>
          <a:xfrm>
            <a:off x="8387250" y="235237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29"/>
          <p:cNvSpPr/>
          <p:nvPr/>
        </p:nvSpPr>
        <p:spPr>
          <a:xfrm>
            <a:off x="6601925" y="456675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3" name="Google Shape;3233;p29"/>
          <p:cNvGrpSpPr/>
          <p:nvPr/>
        </p:nvGrpSpPr>
        <p:grpSpPr>
          <a:xfrm>
            <a:off x="1080467" y="1258197"/>
            <a:ext cx="545702" cy="382015"/>
            <a:chOff x="1091667" y="2748597"/>
            <a:chExt cx="545702" cy="382015"/>
          </a:xfrm>
        </p:grpSpPr>
        <p:grpSp>
          <p:nvGrpSpPr>
            <p:cNvPr id="3234" name="Google Shape;3234;p29"/>
            <p:cNvGrpSpPr/>
            <p:nvPr/>
          </p:nvGrpSpPr>
          <p:grpSpPr>
            <a:xfrm>
              <a:off x="1091667" y="2748597"/>
              <a:ext cx="545702" cy="382015"/>
              <a:chOff x="7225667" y="323561"/>
              <a:chExt cx="545702" cy="382015"/>
            </a:xfrm>
          </p:grpSpPr>
          <p:sp>
            <p:nvSpPr>
              <p:cNvPr id="3235" name="Google Shape;3235;p29"/>
              <p:cNvSpPr/>
              <p:nvPr/>
            </p:nvSpPr>
            <p:spPr>
              <a:xfrm>
                <a:off x="7716801" y="6509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29"/>
              <p:cNvSpPr/>
              <p:nvPr/>
            </p:nvSpPr>
            <p:spPr>
              <a:xfrm>
                <a:off x="7662215" y="650990"/>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29"/>
              <p:cNvSpPr/>
              <p:nvPr/>
            </p:nvSpPr>
            <p:spPr>
              <a:xfrm>
                <a:off x="7607682" y="6509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29"/>
              <p:cNvSpPr/>
              <p:nvPr/>
            </p:nvSpPr>
            <p:spPr>
              <a:xfrm>
                <a:off x="7553096" y="6509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29"/>
              <p:cNvSpPr/>
              <p:nvPr/>
            </p:nvSpPr>
            <p:spPr>
              <a:xfrm>
                <a:off x="7389373" y="650990"/>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29"/>
              <p:cNvSpPr/>
              <p:nvPr/>
            </p:nvSpPr>
            <p:spPr>
              <a:xfrm>
                <a:off x="7334804" y="650990"/>
                <a:ext cx="54587"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29"/>
              <p:cNvSpPr/>
              <p:nvPr/>
            </p:nvSpPr>
            <p:spPr>
              <a:xfrm>
                <a:off x="7280254" y="6509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29"/>
              <p:cNvSpPr/>
              <p:nvPr/>
            </p:nvSpPr>
            <p:spPr>
              <a:xfrm>
                <a:off x="7225667" y="6509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29"/>
              <p:cNvSpPr/>
              <p:nvPr/>
            </p:nvSpPr>
            <p:spPr>
              <a:xfrm>
                <a:off x="7662215" y="5964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29"/>
              <p:cNvSpPr/>
              <p:nvPr/>
            </p:nvSpPr>
            <p:spPr>
              <a:xfrm>
                <a:off x="7607682" y="5964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29"/>
              <p:cNvSpPr/>
              <p:nvPr/>
            </p:nvSpPr>
            <p:spPr>
              <a:xfrm>
                <a:off x="7553096" y="5964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29"/>
              <p:cNvSpPr/>
              <p:nvPr/>
            </p:nvSpPr>
            <p:spPr>
              <a:xfrm>
                <a:off x="7498509" y="5964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29"/>
              <p:cNvSpPr/>
              <p:nvPr/>
            </p:nvSpPr>
            <p:spPr>
              <a:xfrm>
                <a:off x="7443923" y="596440"/>
                <a:ext cx="54605" cy="54568"/>
              </a:xfrm>
              <a:custGeom>
                <a:rect b="b" l="l" r="r" t="t"/>
                <a:pathLst>
                  <a:path extrusionOk="0" h="3019" w="3021">
                    <a:moveTo>
                      <a:pt x="1" y="1"/>
                    </a:moveTo>
                    <a:lnTo>
                      <a:pt x="1"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29"/>
              <p:cNvSpPr/>
              <p:nvPr/>
            </p:nvSpPr>
            <p:spPr>
              <a:xfrm>
                <a:off x="7389373" y="5964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29"/>
              <p:cNvSpPr/>
              <p:nvPr/>
            </p:nvSpPr>
            <p:spPr>
              <a:xfrm>
                <a:off x="7334804" y="596440"/>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29"/>
              <p:cNvSpPr/>
              <p:nvPr/>
            </p:nvSpPr>
            <p:spPr>
              <a:xfrm>
                <a:off x="7280254" y="5964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29"/>
              <p:cNvSpPr/>
              <p:nvPr/>
            </p:nvSpPr>
            <p:spPr>
              <a:xfrm>
                <a:off x="7662215" y="54185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29"/>
              <p:cNvSpPr/>
              <p:nvPr/>
            </p:nvSpPr>
            <p:spPr>
              <a:xfrm>
                <a:off x="7607682" y="5418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29"/>
              <p:cNvSpPr/>
              <p:nvPr/>
            </p:nvSpPr>
            <p:spPr>
              <a:xfrm>
                <a:off x="7334804" y="541853"/>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29"/>
              <p:cNvSpPr/>
              <p:nvPr/>
            </p:nvSpPr>
            <p:spPr>
              <a:xfrm>
                <a:off x="7280254" y="5418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29"/>
              <p:cNvSpPr/>
              <p:nvPr/>
            </p:nvSpPr>
            <p:spPr>
              <a:xfrm>
                <a:off x="7716801" y="4872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29"/>
              <p:cNvSpPr/>
              <p:nvPr/>
            </p:nvSpPr>
            <p:spPr>
              <a:xfrm>
                <a:off x="7662215" y="4872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29"/>
              <p:cNvSpPr/>
              <p:nvPr/>
            </p:nvSpPr>
            <p:spPr>
              <a:xfrm>
                <a:off x="7607682" y="4872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29"/>
              <p:cNvSpPr/>
              <p:nvPr/>
            </p:nvSpPr>
            <p:spPr>
              <a:xfrm>
                <a:off x="7553096" y="4872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29"/>
              <p:cNvSpPr/>
              <p:nvPr/>
            </p:nvSpPr>
            <p:spPr>
              <a:xfrm>
                <a:off x="7498509" y="4872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29"/>
              <p:cNvSpPr/>
              <p:nvPr/>
            </p:nvSpPr>
            <p:spPr>
              <a:xfrm>
                <a:off x="7443923" y="487267"/>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29"/>
              <p:cNvSpPr/>
              <p:nvPr/>
            </p:nvSpPr>
            <p:spPr>
              <a:xfrm>
                <a:off x="7389373" y="4872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29"/>
              <p:cNvSpPr/>
              <p:nvPr/>
            </p:nvSpPr>
            <p:spPr>
              <a:xfrm>
                <a:off x="7334804" y="487267"/>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29"/>
              <p:cNvSpPr/>
              <p:nvPr/>
            </p:nvSpPr>
            <p:spPr>
              <a:xfrm>
                <a:off x="7280254" y="4872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29"/>
              <p:cNvSpPr/>
              <p:nvPr/>
            </p:nvSpPr>
            <p:spPr>
              <a:xfrm>
                <a:off x="7225667" y="4872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29"/>
              <p:cNvSpPr/>
              <p:nvPr/>
            </p:nvSpPr>
            <p:spPr>
              <a:xfrm>
                <a:off x="7716801" y="4327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29"/>
              <p:cNvSpPr/>
              <p:nvPr/>
            </p:nvSpPr>
            <p:spPr>
              <a:xfrm>
                <a:off x="7662215" y="4327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29"/>
              <p:cNvSpPr/>
              <p:nvPr/>
            </p:nvSpPr>
            <p:spPr>
              <a:xfrm>
                <a:off x="7607682" y="4327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29"/>
              <p:cNvSpPr/>
              <p:nvPr/>
            </p:nvSpPr>
            <p:spPr>
              <a:xfrm>
                <a:off x="7443923" y="432734"/>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29"/>
              <p:cNvSpPr/>
              <p:nvPr/>
            </p:nvSpPr>
            <p:spPr>
              <a:xfrm>
                <a:off x="7334804" y="432734"/>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29"/>
              <p:cNvSpPr/>
              <p:nvPr/>
            </p:nvSpPr>
            <p:spPr>
              <a:xfrm>
                <a:off x="7280254" y="4327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29"/>
              <p:cNvSpPr/>
              <p:nvPr/>
            </p:nvSpPr>
            <p:spPr>
              <a:xfrm>
                <a:off x="7225667" y="4327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29"/>
              <p:cNvSpPr/>
              <p:nvPr/>
            </p:nvSpPr>
            <p:spPr>
              <a:xfrm>
                <a:off x="7716801" y="3781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29"/>
              <p:cNvSpPr/>
              <p:nvPr/>
            </p:nvSpPr>
            <p:spPr>
              <a:xfrm>
                <a:off x="7607682" y="3781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29"/>
              <p:cNvSpPr/>
              <p:nvPr/>
            </p:nvSpPr>
            <p:spPr>
              <a:xfrm>
                <a:off x="7553096" y="3781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29"/>
              <p:cNvSpPr/>
              <p:nvPr/>
            </p:nvSpPr>
            <p:spPr>
              <a:xfrm>
                <a:off x="7498509" y="378148"/>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29"/>
              <p:cNvSpPr/>
              <p:nvPr/>
            </p:nvSpPr>
            <p:spPr>
              <a:xfrm>
                <a:off x="7443923" y="378148"/>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29"/>
              <p:cNvSpPr/>
              <p:nvPr/>
            </p:nvSpPr>
            <p:spPr>
              <a:xfrm>
                <a:off x="7389373" y="3781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29"/>
              <p:cNvSpPr/>
              <p:nvPr/>
            </p:nvSpPr>
            <p:spPr>
              <a:xfrm>
                <a:off x="7334804" y="378148"/>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29"/>
              <p:cNvSpPr/>
              <p:nvPr/>
            </p:nvSpPr>
            <p:spPr>
              <a:xfrm>
                <a:off x="7225667" y="3781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29"/>
              <p:cNvSpPr/>
              <p:nvPr/>
            </p:nvSpPr>
            <p:spPr>
              <a:xfrm>
                <a:off x="7498509" y="3235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29"/>
              <p:cNvSpPr/>
              <p:nvPr/>
            </p:nvSpPr>
            <p:spPr>
              <a:xfrm>
                <a:off x="7443923" y="323561"/>
                <a:ext cx="54605" cy="54605"/>
              </a:xfrm>
              <a:custGeom>
                <a:rect b="b" l="l" r="r" t="t"/>
                <a:pathLst>
                  <a:path extrusionOk="0" h="3021" w="3021">
                    <a:moveTo>
                      <a:pt x="1" y="1"/>
                    </a:moveTo>
                    <a:lnTo>
                      <a:pt x="1"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2" name="Google Shape;3282;p29"/>
            <p:cNvSpPr/>
            <p:nvPr/>
          </p:nvSpPr>
          <p:spPr>
            <a:xfrm>
              <a:off x="1209700" y="2831200"/>
              <a:ext cx="295200" cy="216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3" name="Google Shape;3283;p29"/>
            <p:cNvGrpSpPr/>
            <p:nvPr/>
          </p:nvGrpSpPr>
          <p:grpSpPr>
            <a:xfrm>
              <a:off x="1091667" y="2748597"/>
              <a:ext cx="545702" cy="382015"/>
              <a:chOff x="7225667" y="323561"/>
              <a:chExt cx="545702" cy="382015"/>
            </a:xfrm>
          </p:grpSpPr>
          <p:sp>
            <p:nvSpPr>
              <p:cNvPr id="3284" name="Google Shape;3284;p29"/>
              <p:cNvSpPr/>
              <p:nvPr/>
            </p:nvSpPr>
            <p:spPr>
              <a:xfrm>
                <a:off x="7716801" y="650990"/>
                <a:ext cx="54568" cy="54586"/>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29"/>
              <p:cNvSpPr/>
              <p:nvPr/>
            </p:nvSpPr>
            <p:spPr>
              <a:xfrm>
                <a:off x="7662215" y="650990"/>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29"/>
              <p:cNvSpPr/>
              <p:nvPr/>
            </p:nvSpPr>
            <p:spPr>
              <a:xfrm>
                <a:off x="7607682" y="650990"/>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29"/>
              <p:cNvSpPr/>
              <p:nvPr/>
            </p:nvSpPr>
            <p:spPr>
              <a:xfrm>
                <a:off x="7553096" y="650990"/>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29"/>
              <p:cNvSpPr/>
              <p:nvPr/>
            </p:nvSpPr>
            <p:spPr>
              <a:xfrm>
                <a:off x="7389373" y="650990"/>
                <a:ext cx="54605" cy="54586"/>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29"/>
              <p:cNvSpPr/>
              <p:nvPr/>
            </p:nvSpPr>
            <p:spPr>
              <a:xfrm>
                <a:off x="7334804" y="650990"/>
                <a:ext cx="54587"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29"/>
              <p:cNvSpPr/>
              <p:nvPr/>
            </p:nvSpPr>
            <p:spPr>
              <a:xfrm>
                <a:off x="7280254" y="650990"/>
                <a:ext cx="54568" cy="54586"/>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29"/>
              <p:cNvSpPr/>
              <p:nvPr/>
            </p:nvSpPr>
            <p:spPr>
              <a:xfrm>
                <a:off x="7225667" y="650990"/>
                <a:ext cx="54568" cy="54586"/>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29"/>
              <p:cNvSpPr/>
              <p:nvPr/>
            </p:nvSpPr>
            <p:spPr>
              <a:xfrm>
                <a:off x="7662215" y="5964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29"/>
              <p:cNvSpPr/>
              <p:nvPr/>
            </p:nvSpPr>
            <p:spPr>
              <a:xfrm>
                <a:off x="7607682" y="596440"/>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29"/>
              <p:cNvSpPr/>
              <p:nvPr/>
            </p:nvSpPr>
            <p:spPr>
              <a:xfrm>
                <a:off x="7553096" y="596440"/>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29"/>
              <p:cNvSpPr/>
              <p:nvPr/>
            </p:nvSpPr>
            <p:spPr>
              <a:xfrm>
                <a:off x="7498509" y="596440"/>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29"/>
              <p:cNvSpPr/>
              <p:nvPr/>
            </p:nvSpPr>
            <p:spPr>
              <a:xfrm>
                <a:off x="7443923" y="596440"/>
                <a:ext cx="54605" cy="54568"/>
              </a:xfrm>
              <a:custGeom>
                <a:rect b="b" l="l" r="r" t="t"/>
                <a:pathLst>
                  <a:path extrusionOk="0" h="3019" w="3021">
                    <a:moveTo>
                      <a:pt x="1" y="1"/>
                    </a:moveTo>
                    <a:lnTo>
                      <a:pt x="1"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29"/>
              <p:cNvSpPr/>
              <p:nvPr/>
            </p:nvSpPr>
            <p:spPr>
              <a:xfrm>
                <a:off x="7389373" y="59644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29"/>
              <p:cNvSpPr/>
              <p:nvPr/>
            </p:nvSpPr>
            <p:spPr>
              <a:xfrm>
                <a:off x="7334804" y="596440"/>
                <a:ext cx="54587"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29"/>
              <p:cNvSpPr/>
              <p:nvPr/>
            </p:nvSpPr>
            <p:spPr>
              <a:xfrm>
                <a:off x="7280254" y="5964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29"/>
              <p:cNvSpPr/>
              <p:nvPr/>
            </p:nvSpPr>
            <p:spPr>
              <a:xfrm>
                <a:off x="7662215" y="54185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29"/>
              <p:cNvSpPr/>
              <p:nvPr/>
            </p:nvSpPr>
            <p:spPr>
              <a:xfrm>
                <a:off x="7607682" y="5418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29"/>
              <p:cNvSpPr/>
              <p:nvPr/>
            </p:nvSpPr>
            <p:spPr>
              <a:xfrm>
                <a:off x="7334804" y="541853"/>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29"/>
              <p:cNvSpPr/>
              <p:nvPr/>
            </p:nvSpPr>
            <p:spPr>
              <a:xfrm>
                <a:off x="7280254" y="541853"/>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29"/>
              <p:cNvSpPr/>
              <p:nvPr/>
            </p:nvSpPr>
            <p:spPr>
              <a:xfrm>
                <a:off x="7716801" y="487267"/>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29"/>
              <p:cNvSpPr/>
              <p:nvPr/>
            </p:nvSpPr>
            <p:spPr>
              <a:xfrm>
                <a:off x="7662215" y="487267"/>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29"/>
              <p:cNvSpPr/>
              <p:nvPr/>
            </p:nvSpPr>
            <p:spPr>
              <a:xfrm>
                <a:off x="7607682" y="4872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29"/>
              <p:cNvSpPr/>
              <p:nvPr/>
            </p:nvSpPr>
            <p:spPr>
              <a:xfrm>
                <a:off x="7553096" y="4872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29"/>
              <p:cNvSpPr/>
              <p:nvPr/>
            </p:nvSpPr>
            <p:spPr>
              <a:xfrm>
                <a:off x="7498509" y="4872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29"/>
              <p:cNvSpPr/>
              <p:nvPr/>
            </p:nvSpPr>
            <p:spPr>
              <a:xfrm>
                <a:off x="7443923" y="487267"/>
                <a:ext cx="54605" cy="54605"/>
              </a:xfrm>
              <a:custGeom>
                <a:rect b="b" l="l" r="r" t="t"/>
                <a:pathLst>
                  <a:path extrusionOk="0" h="3021" w="3021">
                    <a:moveTo>
                      <a:pt x="1" y="1"/>
                    </a:moveTo>
                    <a:lnTo>
                      <a:pt x="1"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29"/>
              <p:cNvSpPr/>
              <p:nvPr/>
            </p:nvSpPr>
            <p:spPr>
              <a:xfrm>
                <a:off x="7389373" y="4872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29"/>
              <p:cNvSpPr/>
              <p:nvPr/>
            </p:nvSpPr>
            <p:spPr>
              <a:xfrm>
                <a:off x="7334804" y="487267"/>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29"/>
              <p:cNvSpPr/>
              <p:nvPr/>
            </p:nvSpPr>
            <p:spPr>
              <a:xfrm>
                <a:off x="7280254" y="487267"/>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29"/>
              <p:cNvSpPr/>
              <p:nvPr/>
            </p:nvSpPr>
            <p:spPr>
              <a:xfrm>
                <a:off x="7225667" y="487267"/>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29"/>
              <p:cNvSpPr/>
              <p:nvPr/>
            </p:nvSpPr>
            <p:spPr>
              <a:xfrm>
                <a:off x="7716801" y="4327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29"/>
              <p:cNvSpPr/>
              <p:nvPr/>
            </p:nvSpPr>
            <p:spPr>
              <a:xfrm>
                <a:off x="7662215" y="432734"/>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29"/>
              <p:cNvSpPr/>
              <p:nvPr/>
            </p:nvSpPr>
            <p:spPr>
              <a:xfrm>
                <a:off x="7607682" y="4327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29"/>
              <p:cNvSpPr/>
              <p:nvPr/>
            </p:nvSpPr>
            <p:spPr>
              <a:xfrm>
                <a:off x="7443923" y="432734"/>
                <a:ext cx="54605" cy="54550"/>
              </a:xfrm>
              <a:custGeom>
                <a:rect b="b" l="l" r="r" t="t"/>
                <a:pathLst>
                  <a:path extrusionOk="0" h="3018" w="3021">
                    <a:moveTo>
                      <a:pt x="1" y="0"/>
                    </a:moveTo>
                    <a:lnTo>
                      <a:pt x="1"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29"/>
              <p:cNvSpPr/>
              <p:nvPr/>
            </p:nvSpPr>
            <p:spPr>
              <a:xfrm>
                <a:off x="7334804" y="432734"/>
                <a:ext cx="54587"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29"/>
              <p:cNvSpPr/>
              <p:nvPr/>
            </p:nvSpPr>
            <p:spPr>
              <a:xfrm>
                <a:off x="7280254" y="4327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29"/>
              <p:cNvSpPr/>
              <p:nvPr/>
            </p:nvSpPr>
            <p:spPr>
              <a:xfrm>
                <a:off x="7225667" y="4327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29"/>
              <p:cNvSpPr/>
              <p:nvPr/>
            </p:nvSpPr>
            <p:spPr>
              <a:xfrm>
                <a:off x="7716801" y="378148"/>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29"/>
              <p:cNvSpPr/>
              <p:nvPr/>
            </p:nvSpPr>
            <p:spPr>
              <a:xfrm>
                <a:off x="7607682" y="378148"/>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29"/>
              <p:cNvSpPr/>
              <p:nvPr/>
            </p:nvSpPr>
            <p:spPr>
              <a:xfrm>
                <a:off x="7553096" y="378148"/>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29"/>
              <p:cNvSpPr/>
              <p:nvPr/>
            </p:nvSpPr>
            <p:spPr>
              <a:xfrm>
                <a:off x="7498509" y="378148"/>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29"/>
              <p:cNvSpPr/>
              <p:nvPr/>
            </p:nvSpPr>
            <p:spPr>
              <a:xfrm>
                <a:off x="7443923" y="378148"/>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29"/>
              <p:cNvSpPr/>
              <p:nvPr/>
            </p:nvSpPr>
            <p:spPr>
              <a:xfrm>
                <a:off x="7389373" y="378148"/>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29"/>
              <p:cNvSpPr/>
              <p:nvPr/>
            </p:nvSpPr>
            <p:spPr>
              <a:xfrm>
                <a:off x="7334804" y="378148"/>
                <a:ext cx="54587"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29"/>
              <p:cNvSpPr/>
              <p:nvPr/>
            </p:nvSpPr>
            <p:spPr>
              <a:xfrm>
                <a:off x="7225667" y="378148"/>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29"/>
              <p:cNvSpPr/>
              <p:nvPr/>
            </p:nvSpPr>
            <p:spPr>
              <a:xfrm>
                <a:off x="7498509" y="323561"/>
                <a:ext cx="54605" cy="54605"/>
              </a:xfrm>
              <a:custGeom>
                <a:rect b="b" l="l" r="r" t="t"/>
                <a:pathLst>
                  <a:path extrusionOk="0" h="3021" w="3021">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29"/>
              <p:cNvSpPr/>
              <p:nvPr/>
            </p:nvSpPr>
            <p:spPr>
              <a:xfrm>
                <a:off x="7443923" y="323561"/>
                <a:ext cx="54605" cy="54605"/>
              </a:xfrm>
              <a:custGeom>
                <a:rect b="b" l="l" r="r" t="t"/>
                <a:pathLst>
                  <a:path extrusionOk="0" h="3021" w="3021">
                    <a:moveTo>
                      <a:pt x="1" y="1"/>
                    </a:moveTo>
                    <a:lnTo>
                      <a:pt x="1"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31" name="Google Shape;3331;p29"/>
          <p:cNvGrpSpPr/>
          <p:nvPr/>
        </p:nvGrpSpPr>
        <p:grpSpPr>
          <a:xfrm>
            <a:off x="6363363" y="1149054"/>
            <a:ext cx="654821" cy="491152"/>
            <a:chOff x="6307338" y="2694029"/>
            <a:chExt cx="654821" cy="491152"/>
          </a:xfrm>
        </p:grpSpPr>
        <p:grpSp>
          <p:nvGrpSpPr>
            <p:cNvPr id="3332" name="Google Shape;3332;p29"/>
            <p:cNvGrpSpPr/>
            <p:nvPr/>
          </p:nvGrpSpPr>
          <p:grpSpPr>
            <a:xfrm>
              <a:off x="6307338" y="2694029"/>
              <a:ext cx="654821" cy="491152"/>
              <a:chOff x="7252971" y="3652286"/>
              <a:chExt cx="654821" cy="491152"/>
            </a:xfrm>
          </p:grpSpPr>
          <p:sp>
            <p:nvSpPr>
              <p:cNvPr id="3333" name="Google Shape;3333;p29"/>
              <p:cNvSpPr/>
              <p:nvPr/>
            </p:nvSpPr>
            <p:spPr>
              <a:xfrm>
                <a:off x="7689518" y="408883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29"/>
              <p:cNvSpPr/>
              <p:nvPr/>
            </p:nvSpPr>
            <p:spPr>
              <a:xfrm>
                <a:off x="7634932" y="408883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29"/>
              <p:cNvSpPr/>
              <p:nvPr/>
            </p:nvSpPr>
            <p:spPr>
              <a:xfrm>
                <a:off x="7471226" y="408883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29"/>
              <p:cNvSpPr/>
              <p:nvPr/>
            </p:nvSpPr>
            <p:spPr>
              <a:xfrm>
                <a:off x="7416640" y="408883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29"/>
              <p:cNvSpPr/>
              <p:nvPr/>
            </p:nvSpPr>
            <p:spPr>
              <a:xfrm>
                <a:off x="7634932" y="4034265"/>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29"/>
              <p:cNvSpPr/>
              <p:nvPr/>
            </p:nvSpPr>
            <p:spPr>
              <a:xfrm>
                <a:off x="7471226" y="4034265"/>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29"/>
              <p:cNvSpPr/>
              <p:nvPr/>
            </p:nvSpPr>
            <p:spPr>
              <a:xfrm>
                <a:off x="7853223" y="397971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29"/>
              <p:cNvSpPr/>
              <p:nvPr/>
            </p:nvSpPr>
            <p:spPr>
              <a:xfrm>
                <a:off x="7689518" y="397971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29"/>
              <p:cNvSpPr/>
              <p:nvPr/>
            </p:nvSpPr>
            <p:spPr>
              <a:xfrm>
                <a:off x="7634932" y="397971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29"/>
              <p:cNvSpPr/>
              <p:nvPr/>
            </p:nvSpPr>
            <p:spPr>
              <a:xfrm>
                <a:off x="7580345" y="3979715"/>
                <a:ext cx="54605" cy="54568"/>
              </a:xfrm>
              <a:custGeom>
                <a:rect b="b" l="l" r="r" t="t"/>
                <a:pathLst>
                  <a:path extrusionOk="0" h="3019" w="3021">
                    <a:moveTo>
                      <a:pt x="1" y="1"/>
                    </a:moveTo>
                    <a:lnTo>
                      <a:pt x="1"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29"/>
              <p:cNvSpPr/>
              <p:nvPr/>
            </p:nvSpPr>
            <p:spPr>
              <a:xfrm>
                <a:off x="7525813" y="397971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29"/>
              <p:cNvSpPr/>
              <p:nvPr/>
            </p:nvSpPr>
            <p:spPr>
              <a:xfrm>
                <a:off x="7471226" y="397971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29"/>
              <p:cNvSpPr/>
              <p:nvPr/>
            </p:nvSpPr>
            <p:spPr>
              <a:xfrm>
                <a:off x="7416640" y="397971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29"/>
              <p:cNvSpPr/>
              <p:nvPr/>
            </p:nvSpPr>
            <p:spPr>
              <a:xfrm>
                <a:off x="7252971" y="397971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29"/>
              <p:cNvSpPr/>
              <p:nvPr/>
            </p:nvSpPr>
            <p:spPr>
              <a:xfrm>
                <a:off x="7853223" y="3925128"/>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29"/>
              <p:cNvSpPr/>
              <p:nvPr/>
            </p:nvSpPr>
            <p:spPr>
              <a:xfrm>
                <a:off x="7744050" y="3925128"/>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29"/>
              <p:cNvSpPr/>
              <p:nvPr/>
            </p:nvSpPr>
            <p:spPr>
              <a:xfrm>
                <a:off x="7689518" y="3925128"/>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29"/>
              <p:cNvSpPr/>
              <p:nvPr/>
            </p:nvSpPr>
            <p:spPr>
              <a:xfrm>
                <a:off x="7634932" y="392512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29"/>
              <p:cNvSpPr/>
              <p:nvPr/>
            </p:nvSpPr>
            <p:spPr>
              <a:xfrm>
                <a:off x="7580345" y="3925128"/>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29"/>
              <p:cNvSpPr/>
              <p:nvPr/>
            </p:nvSpPr>
            <p:spPr>
              <a:xfrm>
                <a:off x="7525813" y="3925128"/>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29"/>
              <p:cNvSpPr/>
              <p:nvPr/>
            </p:nvSpPr>
            <p:spPr>
              <a:xfrm>
                <a:off x="7471226" y="392512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29"/>
              <p:cNvSpPr/>
              <p:nvPr/>
            </p:nvSpPr>
            <p:spPr>
              <a:xfrm>
                <a:off x="7416640" y="392512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29"/>
              <p:cNvSpPr/>
              <p:nvPr/>
            </p:nvSpPr>
            <p:spPr>
              <a:xfrm>
                <a:off x="7362090" y="3925128"/>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29"/>
              <p:cNvSpPr/>
              <p:nvPr/>
            </p:nvSpPr>
            <p:spPr>
              <a:xfrm>
                <a:off x="7252971" y="3925128"/>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29"/>
              <p:cNvSpPr/>
              <p:nvPr/>
            </p:nvSpPr>
            <p:spPr>
              <a:xfrm>
                <a:off x="7853223" y="387054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29"/>
              <p:cNvSpPr/>
              <p:nvPr/>
            </p:nvSpPr>
            <p:spPr>
              <a:xfrm>
                <a:off x="7798637" y="387054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29"/>
              <p:cNvSpPr/>
              <p:nvPr/>
            </p:nvSpPr>
            <p:spPr>
              <a:xfrm>
                <a:off x="7744050" y="387054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29"/>
              <p:cNvSpPr/>
              <p:nvPr/>
            </p:nvSpPr>
            <p:spPr>
              <a:xfrm>
                <a:off x="7689518" y="387054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29"/>
              <p:cNvSpPr/>
              <p:nvPr/>
            </p:nvSpPr>
            <p:spPr>
              <a:xfrm>
                <a:off x="7580345" y="3870542"/>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29"/>
              <p:cNvSpPr/>
              <p:nvPr/>
            </p:nvSpPr>
            <p:spPr>
              <a:xfrm>
                <a:off x="7525813" y="387054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29"/>
              <p:cNvSpPr/>
              <p:nvPr/>
            </p:nvSpPr>
            <p:spPr>
              <a:xfrm>
                <a:off x="7416640" y="387054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29"/>
              <p:cNvSpPr/>
              <p:nvPr/>
            </p:nvSpPr>
            <p:spPr>
              <a:xfrm>
                <a:off x="7362090" y="387054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29"/>
              <p:cNvSpPr/>
              <p:nvPr/>
            </p:nvSpPr>
            <p:spPr>
              <a:xfrm>
                <a:off x="7307503" y="387054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29"/>
              <p:cNvSpPr/>
              <p:nvPr/>
            </p:nvSpPr>
            <p:spPr>
              <a:xfrm>
                <a:off x="7252971" y="387054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29"/>
              <p:cNvSpPr/>
              <p:nvPr/>
            </p:nvSpPr>
            <p:spPr>
              <a:xfrm>
                <a:off x="7798637" y="3816009"/>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29"/>
              <p:cNvSpPr/>
              <p:nvPr/>
            </p:nvSpPr>
            <p:spPr>
              <a:xfrm>
                <a:off x="7744050" y="3816009"/>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29"/>
              <p:cNvSpPr/>
              <p:nvPr/>
            </p:nvSpPr>
            <p:spPr>
              <a:xfrm>
                <a:off x="7689518" y="381600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29"/>
              <p:cNvSpPr/>
              <p:nvPr/>
            </p:nvSpPr>
            <p:spPr>
              <a:xfrm>
                <a:off x="7634932" y="381600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29"/>
              <p:cNvSpPr/>
              <p:nvPr/>
            </p:nvSpPr>
            <p:spPr>
              <a:xfrm>
                <a:off x="7580345" y="3816009"/>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29"/>
              <p:cNvSpPr/>
              <p:nvPr/>
            </p:nvSpPr>
            <p:spPr>
              <a:xfrm>
                <a:off x="7525813" y="381600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29"/>
              <p:cNvSpPr/>
              <p:nvPr/>
            </p:nvSpPr>
            <p:spPr>
              <a:xfrm>
                <a:off x="7416640" y="381600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29"/>
              <p:cNvSpPr/>
              <p:nvPr/>
            </p:nvSpPr>
            <p:spPr>
              <a:xfrm>
                <a:off x="7362090" y="381600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29"/>
              <p:cNvSpPr/>
              <p:nvPr/>
            </p:nvSpPr>
            <p:spPr>
              <a:xfrm>
                <a:off x="7307503" y="3816009"/>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29"/>
              <p:cNvSpPr/>
              <p:nvPr/>
            </p:nvSpPr>
            <p:spPr>
              <a:xfrm>
                <a:off x="7744050" y="376142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29"/>
              <p:cNvSpPr/>
              <p:nvPr/>
            </p:nvSpPr>
            <p:spPr>
              <a:xfrm>
                <a:off x="7689518" y="376142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29"/>
              <p:cNvSpPr/>
              <p:nvPr/>
            </p:nvSpPr>
            <p:spPr>
              <a:xfrm>
                <a:off x="7634932" y="376142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29"/>
              <p:cNvSpPr/>
              <p:nvPr/>
            </p:nvSpPr>
            <p:spPr>
              <a:xfrm>
                <a:off x="7580345" y="3761423"/>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29"/>
              <p:cNvSpPr/>
              <p:nvPr/>
            </p:nvSpPr>
            <p:spPr>
              <a:xfrm>
                <a:off x="7525813" y="376142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29"/>
              <p:cNvSpPr/>
              <p:nvPr/>
            </p:nvSpPr>
            <p:spPr>
              <a:xfrm>
                <a:off x="7471226" y="376142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29"/>
              <p:cNvSpPr/>
              <p:nvPr/>
            </p:nvSpPr>
            <p:spPr>
              <a:xfrm>
                <a:off x="7416640" y="376142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29"/>
              <p:cNvSpPr/>
              <p:nvPr/>
            </p:nvSpPr>
            <p:spPr>
              <a:xfrm>
                <a:off x="7362090" y="376142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29"/>
              <p:cNvSpPr/>
              <p:nvPr/>
            </p:nvSpPr>
            <p:spPr>
              <a:xfrm>
                <a:off x="7689518" y="3706836"/>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29"/>
              <p:cNvSpPr/>
              <p:nvPr/>
            </p:nvSpPr>
            <p:spPr>
              <a:xfrm>
                <a:off x="7416640" y="3706836"/>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29"/>
              <p:cNvSpPr/>
              <p:nvPr/>
            </p:nvSpPr>
            <p:spPr>
              <a:xfrm>
                <a:off x="7689518" y="3652286"/>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29"/>
              <p:cNvSpPr/>
              <p:nvPr/>
            </p:nvSpPr>
            <p:spPr>
              <a:xfrm>
                <a:off x="7634932" y="3652286"/>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29"/>
              <p:cNvSpPr/>
              <p:nvPr/>
            </p:nvSpPr>
            <p:spPr>
              <a:xfrm>
                <a:off x="7471226" y="3652286"/>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29"/>
              <p:cNvSpPr/>
              <p:nvPr/>
            </p:nvSpPr>
            <p:spPr>
              <a:xfrm>
                <a:off x="7416640" y="3652286"/>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0" name="Google Shape;3390;p29"/>
            <p:cNvSpPr/>
            <p:nvPr/>
          </p:nvSpPr>
          <p:spPr>
            <a:xfrm>
              <a:off x="6510350" y="2836075"/>
              <a:ext cx="243000" cy="17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1" name="Google Shape;3391;p29"/>
            <p:cNvGrpSpPr/>
            <p:nvPr/>
          </p:nvGrpSpPr>
          <p:grpSpPr>
            <a:xfrm>
              <a:off x="6307338" y="2694029"/>
              <a:ext cx="654821" cy="491152"/>
              <a:chOff x="7252971" y="3652286"/>
              <a:chExt cx="654821" cy="491152"/>
            </a:xfrm>
          </p:grpSpPr>
          <p:sp>
            <p:nvSpPr>
              <p:cNvPr id="3392" name="Google Shape;3392;p29"/>
              <p:cNvSpPr/>
              <p:nvPr/>
            </p:nvSpPr>
            <p:spPr>
              <a:xfrm>
                <a:off x="7689518" y="408883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29"/>
              <p:cNvSpPr/>
              <p:nvPr/>
            </p:nvSpPr>
            <p:spPr>
              <a:xfrm>
                <a:off x="7634932" y="408883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29"/>
              <p:cNvSpPr/>
              <p:nvPr/>
            </p:nvSpPr>
            <p:spPr>
              <a:xfrm>
                <a:off x="7471226" y="408883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29"/>
              <p:cNvSpPr/>
              <p:nvPr/>
            </p:nvSpPr>
            <p:spPr>
              <a:xfrm>
                <a:off x="7416640" y="408883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29"/>
              <p:cNvSpPr/>
              <p:nvPr/>
            </p:nvSpPr>
            <p:spPr>
              <a:xfrm>
                <a:off x="7634932" y="4034265"/>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29"/>
              <p:cNvSpPr/>
              <p:nvPr/>
            </p:nvSpPr>
            <p:spPr>
              <a:xfrm>
                <a:off x="7471226" y="4034265"/>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29"/>
              <p:cNvSpPr/>
              <p:nvPr/>
            </p:nvSpPr>
            <p:spPr>
              <a:xfrm>
                <a:off x="7853223" y="397971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29"/>
              <p:cNvSpPr/>
              <p:nvPr/>
            </p:nvSpPr>
            <p:spPr>
              <a:xfrm>
                <a:off x="7689518" y="3979715"/>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29"/>
              <p:cNvSpPr/>
              <p:nvPr/>
            </p:nvSpPr>
            <p:spPr>
              <a:xfrm>
                <a:off x="7634932" y="3979715"/>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29"/>
              <p:cNvSpPr/>
              <p:nvPr/>
            </p:nvSpPr>
            <p:spPr>
              <a:xfrm>
                <a:off x="7580345" y="3979715"/>
                <a:ext cx="54605" cy="54568"/>
              </a:xfrm>
              <a:custGeom>
                <a:rect b="b" l="l" r="r" t="t"/>
                <a:pathLst>
                  <a:path extrusionOk="0" h="3019" w="3021">
                    <a:moveTo>
                      <a:pt x="1" y="1"/>
                    </a:moveTo>
                    <a:lnTo>
                      <a:pt x="1"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29"/>
              <p:cNvSpPr/>
              <p:nvPr/>
            </p:nvSpPr>
            <p:spPr>
              <a:xfrm>
                <a:off x="7525813" y="3979715"/>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29"/>
              <p:cNvSpPr/>
              <p:nvPr/>
            </p:nvSpPr>
            <p:spPr>
              <a:xfrm>
                <a:off x="7471226" y="3979715"/>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29"/>
              <p:cNvSpPr/>
              <p:nvPr/>
            </p:nvSpPr>
            <p:spPr>
              <a:xfrm>
                <a:off x="7416640" y="3979715"/>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29"/>
              <p:cNvSpPr/>
              <p:nvPr/>
            </p:nvSpPr>
            <p:spPr>
              <a:xfrm>
                <a:off x="7252971" y="3979715"/>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29"/>
              <p:cNvSpPr/>
              <p:nvPr/>
            </p:nvSpPr>
            <p:spPr>
              <a:xfrm>
                <a:off x="7853223" y="3925128"/>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29"/>
              <p:cNvSpPr/>
              <p:nvPr/>
            </p:nvSpPr>
            <p:spPr>
              <a:xfrm>
                <a:off x="7744050" y="3925128"/>
                <a:ext cx="54605" cy="54605"/>
              </a:xfrm>
              <a:custGeom>
                <a:rect b="b" l="l" r="r" t="t"/>
                <a:pathLst>
                  <a:path extrusionOk="0" h="3021" w="3021">
                    <a:moveTo>
                      <a:pt x="1" y="1"/>
                    </a:moveTo>
                    <a:lnTo>
                      <a:pt x="1" y="3021"/>
                    </a:lnTo>
                    <a:lnTo>
                      <a:pt x="3021" y="3021"/>
                    </a:lnTo>
                    <a:lnTo>
                      <a:pt x="3021"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29"/>
              <p:cNvSpPr/>
              <p:nvPr/>
            </p:nvSpPr>
            <p:spPr>
              <a:xfrm>
                <a:off x="7689518" y="3925128"/>
                <a:ext cx="54550" cy="54605"/>
              </a:xfrm>
              <a:custGeom>
                <a:rect b="b" l="l" r="r" t="t"/>
                <a:pathLst>
                  <a:path extrusionOk="0" h="3021" w="3018">
                    <a:moveTo>
                      <a:pt x="0" y="1"/>
                    </a:moveTo>
                    <a:lnTo>
                      <a:pt x="0"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29"/>
              <p:cNvSpPr/>
              <p:nvPr/>
            </p:nvSpPr>
            <p:spPr>
              <a:xfrm>
                <a:off x="7634932" y="3925128"/>
                <a:ext cx="54605" cy="54605"/>
              </a:xfrm>
              <a:custGeom>
                <a:rect b="b" l="l" r="r" t="t"/>
                <a:pathLst>
                  <a:path extrusionOk="0" h="3021" w="3021">
                    <a:moveTo>
                      <a:pt x="0" y="1"/>
                    </a:moveTo>
                    <a:lnTo>
                      <a:pt x="0"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29"/>
              <p:cNvSpPr/>
              <p:nvPr/>
            </p:nvSpPr>
            <p:spPr>
              <a:xfrm>
                <a:off x="7580345" y="3925128"/>
                <a:ext cx="54605" cy="54605"/>
              </a:xfrm>
              <a:custGeom>
                <a:rect b="b" l="l" r="r" t="t"/>
                <a:pathLst>
                  <a:path extrusionOk="0" h="3021" w="3021">
                    <a:moveTo>
                      <a:pt x="1" y="1"/>
                    </a:moveTo>
                    <a:lnTo>
                      <a:pt x="1"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29"/>
              <p:cNvSpPr/>
              <p:nvPr/>
            </p:nvSpPr>
            <p:spPr>
              <a:xfrm>
                <a:off x="7525813" y="3925128"/>
                <a:ext cx="54550" cy="54605"/>
              </a:xfrm>
              <a:custGeom>
                <a:rect b="b" l="l" r="r" t="t"/>
                <a:pathLst>
                  <a:path extrusionOk="0" h="3021" w="3018">
                    <a:moveTo>
                      <a:pt x="0" y="1"/>
                    </a:moveTo>
                    <a:lnTo>
                      <a:pt x="0"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29"/>
              <p:cNvSpPr/>
              <p:nvPr/>
            </p:nvSpPr>
            <p:spPr>
              <a:xfrm>
                <a:off x="7471226" y="3925128"/>
                <a:ext cx="54605" cy="54605"/>
              </a:xfrm>
              <a:custGeom>
                <a:rect b="b" l="l" r="r" t="t"/>
                <a:pathLst>
                  <a:path extrusionOk="0" h="3021" w="3021">
                    <a:moveTo>
                      <a:pt x="0" y="1"/>
                    </a:moveTo>
                    <a:lnTo>
                      <a:pt x="0"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29"/>
              <p:cNvSpPr/>
              <p:nvPr/>
            </p:nvSpPr>
            <p:spPr>
              <a:xfrm>
                <a:off x="7416640" y="3925128"/>
                <a:ext cx="54605" cy="54605"/>
              </a:xfrm>
              <a:custGeom>
                <a:rect b="b" l="l" r="r" t="t"/>
                <a:pathLst>
                  <a:path extrusionOk="0" h="3021" w="3021">
                    <a:moveTo>
                      <a:pt x="0" y="1"/>
                    </a:moveTo>
                    <a:lnTo>
                      <a:pt x="0"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29"/>
              <p:cNvSpPr/>
              <p:nvPr/>
            </p:nvSpPr>
            <p:spPr>
              <a:xfrm>
                <a:off x="7362090" y="3925128"/>
                <a:ext cx="54568" cy="54605"/>
              </a:xfrm>
              <a:custGeom>
                <a:rect b="b" l="l" r="r" t="t"/>
                <a:pathLst>
                  <a:path extrusionOk="0" h="3021" w="3019">
                    <a:moveTo>
                      <a:pt x="1" y="1"/>
                    </a:moveTo>
                    <a:lnTo>
                      <a:pt x="1"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29"/>
              <p:cNvSpPr/>
              <p:nvPr/>
            </p:nvSpPr>
            <p:spPr>
              <a:xfrm>
                <a:off x="7252971" y="3925128"/>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29"/>
              <p:cNvSpPr/>
              <p:nvPr/>
            </p:nvSpPr>
            <p:spPr>
              <a:xfrm>
                <a:off x="7853223" y="387054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29"/>
              <p:cNvSpPr/>
              <p:nvPr/>
            </p:nvSpPr>
            <p:spPr>
              <a:xfrm>
                <a:off x="7798637" y="387054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29"/>
              <p:cNvSpPr/>
              <p:nvPr/>
            </p:nvSpPr>
            <p:spPr>
              <a:xfrm>
                <a:off x="7744050" y="3870542"/>
                <a:ext cx="54605" cy="54605"/>
              </a:xfrm>
              <a:custGeom>
                <a:rect b="b" l="l" r="r" t="t"/>
                <a:pathLst>
                  <a:path extrusionOk="0" h="3021" w="3021">
                    <a:moveTo>
                      <a:pt x="1" y="1"/>
                    </a:moveTo>
                    <a:lnTo>
                      <a:pt x="1" y="3021"/>
                    </a:lnTo>
                    <a:lnTo>
                      <a:pt x="3021" y="3021"/>
                    </a:lnTo>
                    <a:lnTo>
                      <a:pt x="3021"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29"/>
              <p:cNvSpPr/>
              <p:nvPr/>
            </p:nvSpPr>
            <p:spPr>
              <a:xfrm>
                <a:off x="7689518" y="3870542"/>
                <a:ext cx="54550" cy="54605"/>
              </a:xfrm>
              <a:custGeom>
                <a:rect b="b" l="l" r="r" t="t"/>
                <a:pathLst>
                  <a:path extrusionOk="0" h="3021" w="3018">
                    <a:moveTo>
                      <a:pt x="0" y="1"/>
                    </a:moveTo>
                    <a:lnTo>
                      <a:pt x="0"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29"/>
              <p:cNvSpPr/>
              <p:nvPr/>
            </p:nvSpPr>
            <p:spPr>
              <a:xfrm>
                <a:off x="7580345" y="3870542"/>
                <a:ext cx="54605" cy="54605"/>
              </a:xfrm>
              <a:custGeom>
                <a:rect b="b" l="l" r="r" t="t"/>
                <a:pathLst>
                  <a:path extrusionOk="0" h="3021" w="3021">
                    <a:moveTo>
                      <a:pt x="1" y="1"/>
                    </a:moveTo>
                    <a:lnTo>
                      <a:pt x="1"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29"/>
              <p:cNvSpPr/>
              <p:nvPr/>
            </p:nvSpPr>
            <p:spPr>
              <a:xfrm>
                <a:off x="7525813" y="3870542"/>
                <a:ext cx="54550" cy="54605"/>
              </a:xfrm>
              <a:custGeom>
                <a:rect b="b" l="l" r="r" t="t"/>
                <a:pathLst>
                  <a:path extrusionOk="0" h="3021" w="3018">
                    <a:moveTo>
                      <a:pt x="0" y="1"/>
                    </a:moveTo>
                    <a:lnTo>
                      <a:pt x="0"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29"/>
              <p:cNvSpPr/>
              <p:nvPr/>
            </p:nvSpPr>
            <p:spPr>
              <a:xfrm>
                <a:off x="7416640" y="3870542"/>
                <a:ext cx="54605" cy="54605"/>
              </a:xfrm>
              <a:custGeom>
                <a:rect b="b" l="l" r="r" t="t"/>
                <a:pathLst>
                  <a:path extrusionOk="0" h="3021" w="3021">
                    <a:moveTo>
                      <a:pt x="0" y="1"/>
                    </a:moveTo>
                    <a:lnTo>
                      <a:pt x="0" y="3021"/>
                    </a:lnTo>
                    <a:lnTo>
                      <a:pt x="3020" y="3021"/>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29"/>
              <p:cNvSpPr/>
              <p:nvPr/>
            </p:nvSpPr>
            <p:spPr>
              <a:xfrm>
                <a:off x="7362090" y="3870542"/>
                <a:ext cx="54568" cy="54605"/>
              </a:xfrm>
              <a:custGeom>
                <a:rect b="b" l="l" r="r" t="t"/>
                <a:pathLst>
                  <a:path extrusionOk="0" h="3021" w="3019">
                    <a:moveTo>
                      <a:pt x="1" y="1"/>
                    </a:moveTo>
                    <a:lnTo>
                      <a:pt x="1" y="3021"/>
                    </a:lnTo>
                    <a:lnTo>
                      <a:pt x="3018" y="3021"/>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29"/>
              <p:cNvSpPr/>
              <p:nvPr/>
            </p:nvSpPr>
            <p:spPr>
              <a:xfrm>
                <a:off x="7307503" y="387054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29"/>
              <p:cNvSpPr/>
              <p:nvPr/>
            </p:nvSpPr>
            <p:spPr>
              <a:xfrm>
                <a:off x="7252971" y="3870542"/>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29"/>
              <p:cNvSpPr/>
              <p:nvPr/>
            </p:nvSpPr>
            <p:spPr>
              <a:xfrm>
                <a:off x="7798637" y="3816009"/>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29"/>
              <p:cNvSpPr/>
              <p:nvPr/>
            </p:nvSpPr>
            <p:spPr>
              <a:xfrm>
                <a:off x="7744050" y="3816009"/>
                <a:ext cx="54605" cy="54550"/>
              </a:xfrm>
              <a:custGeom>
                <a:rect b="b" l="l" r="r" t="t"/>
                <a:pathLst>
                  <a:path extrusionOk="0" h="3018" w="3021">
                    <a:moveTo>
                      <a:pt x="1" y="0"/>
                    </a:moveTo>
                    <a:lnTo>
                      <a:pt x="1" y="3018"/>
                    </a:lnTo>
                    <a:lnTo>
                      <a:pt x="3021" y="3018"/>
                    </a:lnTo>
                    <a:lnTo>
                      <a:pt x="3021"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29"/>
              <p:cNvSpPr/>
              <p:nvPr/>
            </p:nvSpPr>
            <p:spPr>
              <a:xfrm>
                <a:off x="7689518" y="3816009"/>
                <a:ext cx="54550" cy="54550"/>
              </a:xfrm>
              <a:custGeom>
                <a:rect b="b" l="l" r="r" t="t"/>
                <a:pathLst>
                  <a:path extrusionOk="0" h="3018" w="3018">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29"/>
              <p:cNvSpPr/>
              <p:nvPr/>
            </p:nvSpPr>
            <p:spPr>
              <a:xfrm>
                <a:off x="7634932" y="3816009"/>
                <a:ext cx="54605" cy="54550"/>
              </a:xfrm>
              <a:custGeom>
                <a:rect b="b" l="l" r="r" t="t"/>
                <a:pathLst>
                  <a:path extrusionOk="0" h="3018" w="3021">
                    <a:moveTo>
                      <a:pt x="0" y="0"/>
                    </a:moveTo>
                    <a:lnTo>
                      <a:pt x="0"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29"/>
              <p:cNvSpPr/>
              <p:nvPr/>
            </p:nvSpPr>
            <p:spPr>
              <a:xfrm>
                <a:off x="7580345" y="3816009"/>
                <a:ext cx="54605" cy="54550"/>
              </a:xfrm>
              <a:custGeom>
                <a:rect b="b" l="l" r="r" t="t"/>
                <a:pathLst>
                  <a:path extrusionOk="0" h="3018" w="3021">
                    <a:moveTo>
                      <a:pt x="1" y="0"/>
                    </a:moveTo>
                    <a:lnTo>
                      <a:pt x="1"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29"/>
              <p:cNvSpPr/>
              <p:nvPr/>
            </p:nvSpPr>
            <p:spPr>
              <a:xfrm>
                <a:off x="7525813" y="3816009"/>
                <a:ext cx="54550" cy="54550"/>
              </a:xfrm>
              <a:custGeom>
                <a:rect b="b" l="l" r="r" t="t"/>
                <a:pathLst>
                  <a:path extrusionOk="0" h="3018" w="3018">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29"/>
              <p:cNvSpPr/>
              <p:nvPr/>
            </p:nvSpPr>
            <p:spPr>
              <a:xfrm>
                <a:off x="7416640" y="3816009"/>
                <a:ext cx="54605" cy="54550"/>
              </a:xfrm>
              <a:custGeom>
                <a:rect b="b" l="l" r="r" t="t"/>
                <a:pathLst>
                  <a:path extrusionOk="0" h="3018" w="3021">
                    <a:moveTo>
                      <a:pt x="0" y="0"/>
                    </a:moveTo>
                    <a:lnTo>
                      <a:pt x="0"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29"/>
              <p:cNvSpPr/>
              <p:nvPr/>
            </p:nvSpPr>
            <p:spPr>
              <a:xfrm>
                <a:off x="7362090" y="3816009"/>
                <a:ext cx="54568" cy="54550"/>
              </a:xfrm>
              <a:custGeom>
                <a:rect b="b" l="l" r="r" t="t"/>
                <a:pathLst>
                  <a:path extrusionOk="0" h="3018" w="3019">
                    <a:moveTo>
                      <a:pt x="1" y="0"/>
                    </a:moveTo>
                    <a:lnTo>
                      <a:pt x="1"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29"/>
              <p:cNvSpPr/>
              <p:nvPr/>
            </p:nvSpPr>
            <p:spPr>
              <a:xfrm>
                <a:off x="7307503" y="3816009"/>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29"/>
              <p:cNvSpPr/>
              <p:nvPr/>
            </p:nvSpPr>
            <p:spPr>
              <a:xfrm>
                <a:off x="7744050" y="3761423"/>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29"/>
              <p:cNvSpPr/>
              <p:nvPr/>
            </p:nvSpPr>
            <p:spPr>
              <a:xfrm>
                <a:off x="7689518" y="3761423"/>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29"/>
              <p:cNvSpPr/>
              <p:nvPr/>
            </p:nvSpPr>
            <p:spPr>
              <a:xfrm>
                <a:off x="7634932" y="376142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29"/>
              <p:cNvSpPr/>
              <p:nvPr/>
            </p:nvSpPr>
            <p:spPr>
              <a:xfrm>
                <a:off x="7580345" y="3761423"/>
                <a:ext cx="54605" cy="54605"/>
              </a:xfrm>
              <a:custGeom>
                <a:rect b="b" l="l" r="r" t="t"/>
                <a:pathLst>
                  <a:path extrusionOk="0" h="3021" w="3021">
                    <a:moveTo>
                      <a:pt x="1" y="0"/>
                    </a:moveTo>
                    <a:lnTo>
                      <a:pt x="1"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29"/>
              <p:cNvSpPr/>
              <p:nvPr/>
            </p:nvSpPr>
            <p:spPr>
              <a:xfrm>
                <a:off x="7525813" y="3761423"/>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29"/>
              <p:cNvSpPr/>
              <p:nvPr/>
            </p:nvSpPr>
            <p:spPr>
              <a:xfrm>
                <a:off x="7471226" y="376142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29"/>
              <p:cNvSpPr/>
              <p:nvPr/>
            </p:nvSpPr>
            <p:spPr>
              <a:xfrm>
                <a:off x="7416640" y="376142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29"/>
              <p:cNvSpPr/>
              <p:nvPr/>
            </p:nvSpPr>
            <p:spPr>
              <a:xfrm>
                <a:off x="7362090" y="3761423"/>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29"/>
              <p:cNvSpPr/>
              <p:nvPr/>
            </p:nvSpPr>
            <p:spPr>
              <a:xfrm>
                <a:off x="7689518" y="3706836"/>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29"/>
              <p:cNvSpPr/>
              <p:nvPr/>
            </p:nvSpPr>
            <p:spPr>
              <a:xfrm>
                <a:off x="7416640" y="3706836"/>
                <a:ext cx="54605" cy="54605"/>
              </a:xfrm>
              <a:custGeom>
                <a:rect b="b" l="l" r="r" t="t"/>
                <a:pathLst>
                  <a:path extrusionOk="0" h="3021" w="3021">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29"/>
              <p:cNvSpPr/>
              <p:nvPr/>
            </p:nvSpPr>
            <p:spPr>
              <a:xfrm>
                <a:off x="7689518" y="3652286"/>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29"/>
              <p:cNvSpPr/>
              <p:nvPr/>
            </p:nvSpPr>
            <p:spPr>
              <a:xfrm>
                <a:off x="7634932" y="3652286"/>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29"/>
              <p:cNvSpPr/>
              <p:nvPr/>
            </p:nvSpPr>
            <p:spPr>
              <a:xfrm>
                <a:off x="7471226" y="3652286"/>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29"/>
              <p:cNvSpPr/>
              <p:nvPr/>
            </p:nvSpPr>
            <p:spPr>
              <a:xfrm>
                <a:off x="7416640" y="3652286"/>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49" name="Google Shape;3449;p29"/>
          <p:cNvGrpSpPr/>
          <p:nvPr/>
        </p:nvGrpSpPr>
        <p:grpSpPr>
          <a:xfrm>
            <a:off x="4941532" y="3090198"/>
            <a:ext cx="763994" cy="545702"/>
            <a:chOff x="4907907" y="3629948"/>
            <a:chExt cx="763994" cy="545702"/>
          </a:xfrm>
        </p:grpSpPr>
        <p:grpSp>
          <p:nvGrpSpPr>
            <p:cNvPr id="3450" name="Google Shape;3450;p29"/>
            <p:cNvGrpSpPr/>
            <p:nvPr/>
          </p:nvGrpSpPr>
          <p:grpSpPr>
            <a:xfrm>
              <a:off x="4907907" y="3629948"/>
              <a:ext cx="763994" cy="545702"/>
              <a:chOff x="7143783" y="1796911"/>
              <a:chExt cx="763994" cy="545702"/>
            </a:xfrm>
          </p:grpSpPr>
          <p:sp>
            <p:nvSpPr>
              <p:cNvPr id="3451" name="Google Shape;3451;p29"/>
              <p:cNvSpPr/>
              <p:nvPr/>
            </p:nvSpPr>
            <p:spPr>
              <a:xfrm>
                <a:off x="7798623" y="228804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29"/>
              <p:cNvSpPr/>
              <p:nvPr/>
            </p:nvSpPr>
            <p:spPr>
              <a:xfrm>
                <a:off x="7744054" y="2288045"/>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29"/>
              <p:cNvSpPr/>
              <p:nvPr/>
            </p:nvSpPr>
            <p:spPr>
              <a:xfrm>
                <a:off x="7689468" y="228804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29"/>
              <p:cNvSpPr/>
              <p:nvPr/>
            </p:nvSpPr>
            <p:spPr>
              <a:xfrm>
                <a:off x="7634917" y="228804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29"/>
              <p:cNvSpPr/>
              <p:nvPr/>
            </p:nvSpPr>
            <p:spPr>
              <a:xfrm>
                <a:off x="7580331" y="228804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29"/>
              <p:cNvSpPr/>
              <p:nvPr/>
            </p:nvSpPr>
            <p:spPr>
              <a:xfrm>
                <a:off x="7471212" y="228804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29"/>
              <p:cNvSpPr/>
              <p:nvPr/>
            </p:nvSpPr>
            <p:spPr>
              <a:xfrm>
                <a:off x="7416625" y="228804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29"/>
              <p:cNvSpPr/>
              <p:nvPr/>
            </p:nvSpPr>
            <p:spPr>
              <a:xfrm>
                <a:off x="7362075" y="228804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29"/>
              <p:cNvSpPr/>
              <p:nvPr/>
            </p:nvSpPr>
            <p:spPr>
              <a:xfrm>
                <a:off x="7307489" y="2288045"/>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29"/>
              <p:cNvSpPr/>
              <p:nvPr/>
            </p:nvSpPr>
            <p:spPr>
              <a:xfrm>
                <a:off x="7252920" y="2288045"/>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29"/>
              <p:cNvSpPr/>
              <p:nvPr/>
            </p:nvSpPr>
            <p:spPr>
              <a:xfrm>
                <a:off x="7744054" y="2233458"/>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29"/>
              <p:cNvSpPr/>
              <p:nvPr/>
            </p:nvSpPr>
            <p:spPr>
              <a:xfrm>
                <a:off x="7689468" y="22334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29"/>
              <p:cNvSpPr/>
              <p:nvPr/>
            </p:nvSpPr>
            <p:spPr>
              <a:xfrm>
                <a:off x="7634917" y="2233458"/>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29"/>
              <p:cNvSpPr/>
              <p:nvPr/>
            </p:nvSpPr>
            <p:spPr>
              <a:xfrm>
                <a:off x="7580331" y="2233458"/>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29"/>
              <p:cNvSpPr/>
              <p:nvPr/>
            </p:nvSpPr>
            <p:spPr>
              <a:xfrm>
                <a:off x="7525744" y="2233458"/>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29"/>
              <p:cNvSpPr/>
              <p:nvPr/>
            </p:nvSpPr>
            <p:spPr>
              <a:xfrm>
                <a:off x="7471212" y="2233458"/>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29"/>
              <p:cNvSpPr/>
              <p:nvPr/>
            </p:nvSpPr>
            <p:spPr>
              <a:xfrm>
                <a:off x="7416625" y="22334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29"/>
              <p:cNvSpPr/>
              <p:nvPr/>
            </p:nvSpPr>
            <p:spPr>
              <a:xfrm>
                <a:off x="7362075" y="2233458"/>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29"/>
              <p:cNvSpPr/>
              <p:nvPr/>
            </p:nvSpPr>
            <p:spPr>
              <a:xfrm>
                <a:off x="7307489" y="2233458"/>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29"/>
              <p:cNvSpPr/>
              <p:nvPr/>
            </p:nvSpPr>
            <p:spPr>
              <a:xfrm>
                <a:off x="7689468" y="2178890"/>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29"/>
              <p:cNvSpPr/>
              <p:nvPr/>
            </p:nvSpPr>
            <p:spPr>
              <a:xfrm>
                <a:off x="7634917" y="2178890"/>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29"/>
              <p:cNvSpPr/>
              <p:nvPr/>
            </p:nvSpPr>
            <p:spPr>
              <a:xfrm>
                <a:off x="7580331" y="2178890"/>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29"/>
              <p:cNvSpPr/>
              <p:nvPr/>
            </p:nvSpPr>
            <p:spPr>
              <a:xfrm>
                <a:off x="7471212" y="2178890"/>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29"/>
              <p:cNvSpPr/>
              <p:nvPr/>
            </p:nvSpPr>
            <p:spPr>
              <a:xfrm>
                <a:off x="7416625" y="2178890"/>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29"/>
              <p:cNvSpPr/>
              <p:nvPr/>
            </p:nvSpPr>
            <p:spPr>
              <a:xfrm>
                <a:off x="7689468" y="21243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29"/>
              <p:cNvSpPr/>
              <p:nvPr/>
            </p:nvSpPr>
            <p:spPr>
              <a:xfrm>
                <a:off x="7634917" y="21243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29"/>
              <p:cNvSpPr/>
              <p:nvPr/>
            </p:nvSpPr>
            <p:spPr>
              <a:xfrm>
                <a:off x="7580331" y="21243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29"/>
              <p:cNvSpPr/>
              <p:nvPr/>
            </p:nvSpPr>
            <p:spPr>
              <a:xfrm>
                <a:off x="7525744" y="21243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29"/>
              <p:cNvSpPr/>
              <p:nvPr/>
            </p:nvSpPr>
            <p:spPr>
              <a:xfrm>
                <a:off x="7471212" y="21243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29"/>
              <p:cNvSpPr/>
              <p:nvPr/>
            </p:nvSpPr>
            <p:spPr>
              <a:xfrm>
                <a:off x="7416625" y="21243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29"/>
              <p:cNvSpPr/>
              <p:nvPr/>
            </p:nvSpPr>
            <p:spPr>
              <a:xfrm>
                <a:off x="7252920" y="2124340"/>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29"/>
              <p:cNvSpPr/>
              <p:nvPr/>
            </p:nvSpPr>
            <p:spPr>
              <a:xfrm>
                <a:off x="7689468" y="20697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29"/>
              <p:cNvSpPr/>
              <p:nvPr/>
            </p:nvSpPr>
            <p:spPr>
              <a:xfrm>
                <a:off x="7525744" y="206975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29"/>
              <p:cNvSpPr/>
              <p:nvPr/>
            </p:nvSpPr>
            <p:spPr>
              <a:xfrm>
                <a:off x="7416625" y="20697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29"/>
              <p:cNvSpPr/>
              <p:nvPr/>
            </p:nvSpPr>
            <p:spPr>
              <a:xfrm>
                <a:off x="7307489" y="2069753"/>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29"/>
              <p:cNvSpPr/>
              <p:nvPr/>
            </p:nvSpPr>
            <p:spPr>
              <a:xfrm>
                <a:off x="7689468" y="20151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29"/>
              <p:cNvSpPr/>
              <p:nvPr/>
            </p:nvSpPr>
            <p:spPr>
              <a:xfrm>
                <a:off x="7525744" y="20151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29"/>
              <p:cNvSpPr/>
              <p:nvPr/>
            </p:nvSpPr>
            <p:spPr>
              <a:xfrm>
                <a:off x="7416625" y="20151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29"/>
              <p:cNvSpPr/>
              <p:nvPr/>
            </p:nvSpPr>
            <p:spPr>
              <a:xfrm>
                <a:off x="7362075" y="20151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29"/>
              <p:cNvSpPr/>
              <p:nvPr/>
            </p:nvSpPr>
            <p:spPr>
              <a:xfrm>
                <a:off x="7744054" y="1960634"/>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29"/>
              <p:cNvSpPr/>
              <p:nvPr/>
            </p:nvSpPr>
            <p:spPr>
              <a:xfrm>
                <a:off x="7689468" y="19606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29"/>
              <p:cNvSpPr/>
              <p:nvPr/>
            </p:nvSpPr>
            <p:spPr>
              <a:xfrm>
                <a:off x="7634917" y="19606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29"/>
              <p:cNvSpPr/>
              <p:nvPr/>
            </p:nvSpPr>
            <p:spPr>
              <a:xfrm>
                <a:off x="7580331" y="19606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29"/>
              <p:cNvSpPr/>
              <p:nvPr/>
            </p:nvSpPr>
            <p:spPr>
              <a:xfrm>
                <a:off x="7525744" y="19606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29"/>
              <p:cNvSpPr/>
              <p:nvPr/>
            </p:nvSpPr>
            <p:spPr>
              <a:xfrm>
                <a:off x="7471212" y="19606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29"/>
              <p:cNvSpPr/>
              <p:nvPr/>
            </p:nvSpPr>
            <p:spPr>
              <a:xfrm>
                <a:off x="7416625" y="19606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29"/>
              <p:cNvSpPr/>
              <p:nvPr/>
            </p:nvSpPr>
            <p:spPr>
              <a:xfrm>
                <a:off x="7362075" y="19606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29"/>
              <p:cNvSpPr/>
              <p:nvPr/>
            </p:nvSpPr>
            <p:spPr>
              <a:xfrm>
                <a:off x="7307489" y="1960634"/>
                <a:ext cx="54568" cy="54550"/>
              </a:xfrm>
              <a:custGeom>
                <a:rect b="b" l="l" r="r" t="t"/>
                <a:pathLst>
                  <a:path extrusionOk="0" h="3018" w="3019">
                    <a:moveTo>
                      <a:pt x="1" y="0"/>
                    </a:moveTo>
                    <a:lnTo>
                      <a:pt x="1" y="3018"/>
                    </a:lnTo>
                    <a:lnTo>
                      <a:pt x="3019" y="3018"/>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29"/>
              <p:cNvSpPr/>
              <p:nvPr/>
            </p:nvSpPr>
            <p:spPr>
              <a:xfrm>
                <a:off x="7252920" y="1960634"/>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29"/>
              <p:cNvSpPr/>
              <p:nvPr/>
            </p:nvSpPr>
            <p:spPr>
              <a:xfrm>
                <a:off x="7198370" y="19606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29"/>
              <p:cNvSpPr/>
              <p:nvPr/>
            </p:nvSpPr>
            <p:spPr>
              <a:xfrm>
                <a:off x="7143783" y="19606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29"/>
              <p:cNvSpPr/>
              <p:nvPr/>
            </p:nvSpPr>
            <p:spPr>
              <a:xfrm>
                <a:off x="7798623" y="19060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29"/>
              <p:cNvSpPr/>
              <p:nvPr/>
            </p:nvSpPr>
            <p:spPr>
              <a:xfrm>
                <a:off x="7689468" y="1906048"/>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29"/>
              <p:cNvSpPr/>
              <p:nvPr/>
            </p:nvSpPr>
            <p:spPr>
              <a:xfrm>
                <a:off x="7634917" y="19060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29"/>
              <p:cNvSpPr/>
              <p:nvPr/>
            </p:nvSpPr>
            <p:spPr>
              <a:xfrm>
                <a:off x="7580331" y="19060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29"/>
              <p:cNvSpPr/>
              <p:nvPr/>
            </p:nvSpPr>
            <p:spPr>
              <a:xfrm>
                <a:off x="7525744" y="19060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29"/>
              <p:cNvSpPr/>
              <p:nvPr/>
            </p:nvSpPr>
            <p:spPr>
              <a:xfrm>
                <a:off x="7471212" y="19060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29"/>
              <p:cNvSpPr/>
              <p:nvPr/>
            </p:nvSpPr>
            <p:spPr>
              <a:xfrm>
                <a:off x="7416625" y="1906048"/>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29"/>
              <p:cNvSpPr/>
              <p:nvPr/>
            </p:nvSpPr>
            <p:spPr>
              <a:xfrm>
                <a:off x="7362075" y="19060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29"/>
              <p:cNvSpPr/>
              <p:nvPr/>
            </p:nvSpPr>
            <p:spPr>
              <a:xfrm>
                <a:off x="7307489" y="1906048"/>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29"/>
              <p:cNvSpPr/>
              <p:nvPr/>
            </p:nvSpPr>
            <p:spPr>
              <a:xfrm>
                <a:off x="7252920" y="1906048"/>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29"/>
              <p:cNvSpPr/>
              <p:nvPr/>
            </p:nvSpPr>
            <p:spPr>
              <a:xfrm>
                <a:off x="7198370" y="19060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29"/>
              <p:cNvSpPr/>
              <p:nvPr/>
            </p:nvSpPr>
            <p:spPr>
              <a:xfrm>
                <a:off x="7143783" y="19060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29"/>
              <p:cNvSpPr/>
              <p:nvPr/>
            </p:nvSpPr>
            <p:spPr>
              <a:xfrm>
                <a:off x="7853173" y="18514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29"/>
              <p:cNvSpPr/>
              <p:nvPr/>
            </p:nvSpPr>
            <p:spPr>
              <a:xfrm>
                <a:off x="7634917" y="18514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29"/>
              <p:cNvSpPr/>
              <p:nvPr/>
            </p:nvSpPr>
            <p:spPr>
              <a:xfrm>
                <a:off x="7580331" y="18514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29"/>
              <p:cNvSpPr/>
              <p:nvPr/>
            </p:nvSpPr>
            <p:spPr>
              <a:xfrm>
                <a:off x="7525744" y="18514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29"/>
              <p:cNvSpPr/>
              <p:nvPr/>
            </p:nvSpPr>
            <p:spPr>
              <a:xfrm>
                <a:off x="7471212" y="18514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29"/>
              <p:cNvSpPr/>
              <p:nvPr/>
            </p:nvSpPr>
            <p:spPr>
              <a:xfrm>
                <a:off x="7362075" y="18514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29"/>
              <p:cNvSpPr/>
              <p:nvPr/>
            </p:nvSpPr>
            <p:spPr>
              <a:xfrm>
                <a:off x="7307489" y="1851461"/>
                <a:ext cx="54568" cy="54605"/>
              </a:xfrm>
              <a:custGeom>
                <a:rect b="b" l="l" r="r" t="t"/>
                <a:pathLst>
                  <a:path extrusionOk="0" h="3021" w="3019">
                    <a:moveTo>
                      <a:pt x="1" y="1"/>
                    </a:moveTo>
                    <a:lnTo>
                      <a:pt x="1" y="3020"/>
                    </a:lnTo>
                    <a:lnTo>
                      <a:pt x="3019" y="3020"/>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29"/>
              <p:cNvSpPr/>
              <p:nvPr/>
            </p:nvSpPr>
            <p:spPr>
              <a:xfrm>
                <a:off x="7252920" y="1851461"/>
                <a:ext cx="54587"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29"/>
              <p:cNvSpPr/>
              <p:nvPr/>
            </p:nvSpPr>
            <p:spPr>
              <a:xfrm>
                <a:off x="7198370" y="18514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29"/>
              <p:cNvSpPr/>
              <p:nvPr/>
            </p:nvSpPr>
            <p:spPr>
              <a:xfrm>
                <a:off x="7634917" y="17969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29"/>
              <p:cNvSpPr/>
              <p:nvPr/>
            </p:nvSpPr>
            <p:spPr>
              <a:xfrm>
                <a:off x="7580331" y="1796911"/>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29"/>
              <p:cNvSpPr/>
              <p:nvPr/>
            </p:nvSpPr>
            <p:spPr>
              <a:xfrm>
                <a:off x="7525744" y="1796911"/>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29"/>
              <p:cNvSpPr/>
              <p:nvPr/>
            </p:nvSpPr>
            <p:spPr>
              <a:xfrm>
                <a:off x="7307489" y="1796911"/>
                <a:ext cx="54568" cy="54568"/>
              </a:xfrm>
              <a:custGeom>
                <a:rect b="b" l="l" r="r" t="t"/>
                <a:pathLst>
                  <a:path extrusionOk="0" h="3019" w="3019">
                    <a:moveTo>
                      <a:pt x="1" y="1"/>
                    </a:moveTo>
                    <a:lnTo>
                      <a:pt x="1" y="3019"/>
                    </a:lnTo>
                    <a:lnTo>
                      <a:pt x="3019" y="3019"/>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29"/>
              <p:cNvSpPr/>
              <p:nvPr/>
            </p:nvSpPr>
            <p:spPr>
              <a:xfrm>
                <a:off x="7252920" y="1796911"/>
                <a:ext cx="54587" cy="54568"/>
              </a:xfrm>
              <a:custGeom>
                <a:rect b="b" l="l" r="r" t="t"/>
                <a:pathLst>
                  <a:path extrusionOk="0" h="3019" w="3020">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29"/>
              <p:cNvSpPr/>
              <p:nvPr/>
            </p:nvSpPr>
            <p:spPr>
              <a:xfrm>
                <a:off x="7198370" y="17969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9" name="Google Shape;3529;p29"/>
            <p:cNvSpPr/>
            <p:nvPr/>
          </p:nvSpPr>
          <p:spPr>
            <a:xfrm>
              <a:off x="5195900" y="3814775"/>
              <a:ext cx="271500" cy="27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0" name="Google Shape;3530;p29"/>
            <p:cNvGrpSpPr/>
            <p:nvPr/>
          </p:nvGrpSpPr>
          <p:grpSpPr>
            <a:xfrm>
              <a:off x="4907907" y="3629948"/>
              <a:ext cx="763994" cy="545702"/>
              <a:chOff x="7143783" y="1796911"/>
              <a:chExt cx="763994" cy="545702"/>
            </a:xfrm>
          </p:grpSpPr>
          <p:sp>
            <p:nvSpPr>
              <p:cNvPr id="3531" name="Google Shape;3531;p29"/>
              <p:cNvSpPr/>
              <p:nvPr/>
            </p:nvSpPr>
            <p:spPr>
              <a:xfrm>
                <a:off x="7798623" y="228804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29"/>
              <p:cNvSpPr/>
              <p:nvPr/>
            </p:nvSpPr>
            <p:spPr>
              <a:xfrm>
                <a:off x="7744054" y="2288045"/>
                <a:ext cx="54587"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29"/>
              <p:cNvSpPr/>
              <p:nvPr/>
            </p:nvSpPr>
            <p:spPr>
              <a:xfrm>
                <a:off x="7689468" y="2288045"/>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29"/>
              <p:cNvSpPr/>
              <p:nvPr/>
            </p:nvSpPr>
            <p:spPr>
              <a:xfrm>
                <a:off x="7634917" y="228804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29"/>
              <p:cNvSpPr/>
              <p:nvPr/>
            </p:nvSpPr>
            <p:spPr>
              <a:xfrm>
                <a:off x="7580331" y="2288045"/>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29"/>
              <p:cNvSpPr/>
              <p:nvPr/>
            </p:nvSpPr>
            <p:spPr>
              <a:xfrm>
                <a:off x="7471212" y="2288045"/>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29"/>
              <p:cNvSpPr/>
              <p:nvPr/>
            </p:nvSpPr>
            <p:spPr>
              <a:xfrm>
                <a:off x="7416625" y="2288045"/>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29"/>
              <p:cNvSpPr/>
              <p:nvPr/>
            </p:nvSpPr>
            <p:spPr>
              <a:xfrm>
                <a:off x="7362075" y="228804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29"/>
              <p:cNvSpPr/>
              <p:nvPr/>
            </p:nvSpPr>
            <p:spPr>
              <a:xfrm>
                <a:off x="7307489" y="2288045"/>
                <a:ext cx="54568" cy="54568"/>
              </a:xfrm>
              <a:custGeom>
                <a:rect b="b" l="l" r="r" t="t"/>
                <a:pathLst>
                  <a:path extrusionOk="0" h="3019" w="3019">
                    <a:moveTo>
                      <a:pt x="1" y="1"/>
                    </a:moveTo>
                    <a:lnTo>
                      <a:pt x="1" y="3018"/>
                    </a:lnTo>
                    <a:lnTo>
                      <a:pt x="3019" y="3018"/>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29"/>
              <p:cNvSpPr/>
              <p:nvPr/>
            </p:nvSpPr>
            <p:spPr>
              <a:xfrm>
                <a:off x="7252920" y="2288045"/>
                <a:ext cx="54587"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29"/>
              <p:cNvSpPr/>
              <p:nvPr/>
            </p:nvSpPr>
            <p:spPr>
              <a:xfrm>
                <a:off x="7744054" y="2233458"/>
                <a:ext cx="54587"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29"/>
              <p:cNvSpPr/>
              <p:nvPr/>
            </p:nvSpPr>
            <p:spPr>
              <a:xfrm>
                <a:off x="7689468" y="2233458"/>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29"/>
              <p:cNvSpPr/>
              <p:nvPr/>
            </p:nvSpPr>
            <p:spPr>
              <a:xfrm>
                <a:off x="7634917" y="2233458"/>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29"/>
              <p:cNvSpPr/>
              <p:nvPr/>
            </p:nvSpPr>
            <p:spPr>
              <a:xfrm>
                <a:off x="7580331" y="2233458"/>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29"/>
              <p:cNvSpPr/>
              <p:nvPr/>
            </p:nvSpPr>
            <p:spPr>
              <a:xfrm>
                <a:off x="7525744" y="2233458"/>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29"/>
              <p:cNvSpPr/>
              <p:nvPr/>
            </p:nvSpPr>
            <p:spPr>
              <a:xfrm>
                <a:off x="7471212" y="2233458"/>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29"/>
              <p:cNvSpPr/>
              <p:nvPr/>
            </p:nvSpPr>
            <p:spPr>
              <a:xfrm>
                <a:off x="7416625" y="2233458"/>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29"/>
              <p:cNvSpPr/>
              <p:nvPr/>
            </p:nvSpPr>
            <p:spPr>
              <a:xfrm>
                <a:off x="7362075" y="2233458"/>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29"/>
              <p:cNvSpPr/>
              <p:nvPr/>
            </p:nvSpPr>
            <p:spPr>
              <a:xfrm>
                <a:off x="7307489" y="2233458"/>
                <a:ext cx="54568" cy="54605"/>
              </a:xfrm>
              <a:custGeom>
                <a:rect b="b" l="l" r="r" t="t"/>
                <a:pathLst>
                  <a:path extrusionOk="0" h="3021" w="3019">
                    <a:moveTo>
                      <a:pt x="1" y="1"/>
                    </a:moveTo>
                    <a:lnTo>
                      <a:pt x="1" y="3021"/>
                    </a:lnTo>
                    <a:lnTo>
                      <a:pt x="3019" y="3021"/>
                    </a:lnTo>
                    <a:lnTo>
                      <a:pt x="3019"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29"/>
              <p:cNvSpPr/>
              <p:nvPr/>
            </p:nvSpPr>
            <p:spPr>
              <a:xfrm>
                <a:off x="7689468" y="2178890"/>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29"/>
              <p:cNvSpPr/>
              <p:nvPr/>
            </p:nvSpPr>
            <p:spPr>
              <a:xfrm>
                <a:off x="7634917" y="2178890"/>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29"/>
              <p:cNvSpPr/>
              <p:nvPr/>
            </p:nvSpPr>
            <p:spPr>
              <a:xfrm>
                <a:off x="7580331" y="2178890"/>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29"/>
              <p:cNvSpPr/>
              <p:nvPr/>
            </p:nvSpPr>
            <p:spPr>
              <a:xfrm>
                <a:off x="7471212" y="2178890"/>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29"/>
              <p:cNvSpPr/>
              <p:nvPr/>
            </p:nvSpPr>
            <p:spPr>
              <a:xfrm>
                <a:off x="7416625" y="2178890"/>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29"/>
              <p:cNvSpPr/>
              <p:nvPr/>
            </p:nvSpPr>
            <p:spPr>
              <a:xfrm>
                <a:off x="7689468" y="2124340"/>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29"/>
              <p:cNvSpPr/>
              <p:nvPr/>
            </p:nvSpPr>
            <p:spPr>
              <a:xfrm>
                <a:off x="7634917" y="2124340"/>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29"/>
              <p:cNvSpPr/>
              <p:nvPr/>
            </p:nvSpPr>
            <p:spPr>
              <a:xfrm>
                <a:off x="7580331" y="212434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29"/>
              <p:cNvSpPr/>
              <p:nvPr/>
            </p:nvSpPr>
            <p:spPr>
              <a:xfrm>
                <a:off x="7525744" y="212434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29"/>
              <p:cNvSpPr/>
              <p:nvPr/>
            </p:nvSpPr>
            <p:spPr>
              <a:xfrm>
                <a:off x="7471212" y="2124340"/>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29"/>
              <p:cNvSpPr/>
              <p:nvPr/>
            </p:nvSpPr>
            <p:spPr>
              <a:xfrm>
                <a:off x="7416625" y="2124340"/>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29"/>
              <p:cNvSpPr/>
              <p:nvPr/>
            </p:nvSpPr>
            <p:spPr>
              <a:xfrm>
                <a:off x="7252920" y="2124340"/>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29"/>
              <p:cNvSpPr/>
              <p:nvPr/>
            </p:nvSpPr>
            <p:spPr>
              <a:xfrm>
                <a:off x="7689468" y="206975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29"/>
              <p:cNvSpPr/>
              <p:nvPr/>
            </p:nvSpPr>
            <p:spPr>
              <a:xfrm>
                <a:off x="7525744" y="2069753"/>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29"/>
              <p:cNvSpPr/>
              <p:nvPr/>
            </p:nvSpPr>
            <p:spPr>
              <a:xfrm>
                <a:off x="7416625" y="206975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29"/>
              <p:cNvSpPr/>
              <p:nvPr/>
            </p:nvSpPr>
            <p:spPr>
              <a:xfrm>
                <a:off x="7307489" y="2069753"/>
                <a:ext cx="54568" cy="54605"/>
              </a:xfrm>
              <a:custGeom>
                <a:rect b="b" l="l" r="r" t="t"/>
                <a:pathLst>
                  <a:path extrusionOk="0" h="3021" w="3019">
                    <a:moveTo>
                      <a:pt x="1" y="1"/>
                    </a:moveTo>
                    <a:lnTo>
                      <a:pt x="1" y="3021"/>
                    </a:lnTo>
                    <a:lnTo>
                      <a:pt x="3019" y="3021"/>
                    </a:lnTo>
                    <a:lnTo>
                      <a:pt x="3019"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29"/>
              <p:cNvSpPr/>
              <p:nvPr/>
            </p:nvSpPr>
            <p:spPr>
              <a:xfrm>
                <a:off x="7689468" y="2015167"/>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29"/>
              <p:cNvSpPr/>
              <p:nvPr/>
            </p:nvSpPr>
            <p:spPr>
              <a:xfrm>
                <a:off x="7525744" y="20151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29"/>
              <p:cNvSpPr/>
              <p:nvPr/>
            </p:nvSpPr>
            <p:spPr>
              <a:xfrm>
                <a:off x="7416625" y="2015167"/>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29"/>
              <p:cNvSpPr/>
              <p:nvPr/>
            </p:nvSpPr>
            <p:spPr>
              <a:xfrm>
                <a:off x="7362075" y="2015167"/>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29"/>
              <p:cNvSpPr/>
              <p:nvPr/>
            </p:nvSpPr>
            <p:spPr>
              <a:xfrm>
                <a:off x="7744054" y="1960634"/>
                <a:ext cx="54587"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29"/>
              <p:cNvSpPr/>
              <p:nvPr/>
            </p:nvSpPr>
            <p:spPr>
              <a:xfrm>
                <a:off x="7689468" y="19606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29"/>
              <p:cNvSpPr/>
              <p:nvPr/>
            </p:nvSpPr>
            <p:spPr>
              <a:xfrm>
                <a:off x="7634917" y="19606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29"/>
              <p:cNvSpPr/>
              <p:nvPr/>
            </p:nvSpPr>
            <p:spPr>
              <a:xfrm>
                <a:off x="7580331" y="19606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29"/>
              <p:cNvSpPr/>
              <p:nvPr/>
            </p:nvSpPr>
            <p:spPr>
              <a:xfrm>
                <a:off x="7525744" y="19606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29"/>
              <p:cNvSpPr/>
              <p:nvPr/>
            </p:nvSpPr>
            <p:spPr>
              <a:xfrm>
                <a:off x="7471212" y="19606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29"/>
              <p:cNvSpPr/>
              <p:nvPr/>
            </p:nvSpPr>
            <p:spPr>
              <a:xfrm>
                <a:off x="7416625" y="19606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29"/>
              <p:cNvSpPr/>
              <p:nvPr/>
            </p:nvSpPr>
            <p:spPr>
              <a:xfrm>
                <a:off x="7362075" y="19606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29"/>
              <p:cNvSpPr/>
              <p:nvPr/>
            </p:nvSpPr>
            <p:spPr>
              <a:xfrm>
                <a:off x="7307489" y="1960634"/>
                <a:ext cx="54568" cy="54550"/>
              </a:xfrm>
              <a:custGeom>
                <a:rect b="b" l="l" r="r" t="t"/>
                <a:pathLst>
                  <a:path extrusionOk="0" h="3018" w="3019">
                    <a:moveTo>
                      <a:pt x="1" y="0"/>
                    </a:moveTo>
                    <a:lnTo>
                      <a:pt x="1" y="3018"/>
                    </a:lnTo>
                    <a:lnTo>
                      <a:pt x="3019" y="3018"/>
                    </a:lnTo>
                    <a:lnTo>
                      <a:pt x="3019"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29"/>
              <p:cNvSpPr/>
              <p:nvPr/>
            </p:nvSpPr>
            <p:spPr>
              <a:xfrm>
                <a:off x="7252920" y="1960634"/>
                <a:ext cx="54587"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29"/>
              <p:cNvSpPr/>
              <p:nvPr/>
            </p:nvSpPr>
            <p:spPr>
              <a:xfrm>
                <a:off x="7198370" y="19606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29"/>
              <p:cNvSpPr/>
              <p:nvPr/>
            </p:nvSpPr>
            <p:spPr>
              <a:xfrm>
                <a:off x="7143783" y="1960634"/>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29"/>
              <p:cNvSpPr/>
              <p:nvPr/>
            </p:nvSpPr>
            <p:spPr>
              <a:xfrm>
                <a:off x="7798623" y="19060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29"/>
              <p:cNvSpPr/>
              <p:nvPr/>
            </p:nvSpPr>
            <p:spPr>
              <a:xfrm>
                <a:off x="7689468" y="1906048"/>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29"/>
              <p:cNvSpPr/>
              <p:nvPr/>
            </p:nvSpPr>
            <p:spPr>
              <a:xfrm>
                <a:off x="7634917" y="19060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29"/>
              <p:cNvSpPr/>
              <p:nvPr/>
            </p:nvSpPr>
            <p:spPr>
              <a:xfrm>
                <a:off x="7580331" y="19060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29"/>
              <p:cNvSpPr/>
              <p:nvPr/>
            </p:nvSpPr>
            <p:spPr>
              <a:xfrm>
                <a:off x="7525744" y="19060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29"/>
              <p:cNvSpPr/>
              <p:nvPr/>
            </p:nvSpPr>
            <p:spPr>
              <a:xfrm>
                <a:off x="7471212" y="19060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29"/>
              <p:cNvSpPr/>
              <p:nvPr/>
            </p:nvSpPr>
            <p:spPr>
              <a:xfrm>
                <a:off x="7416625" y="1906048"/>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29"/>
              <p:cNvSpPr/>
              <p:nvPr/>
            </p:nvSpPr>
            <p:spPr>
              <a:xfrm>
                <a:off x="7362075" y="19060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29"/>
              <p:cNvSpPr/>
              <p:nvPr/>
            </p:nvSpPr>
            <p:spPr>
              <a:xfrm>
                <a:off x="7307489" y="1906048"/>
                <a:ext cx="54568" cy="54605"/>
              </a:xfrm>
              <a:custGeom>
                <a:rect b="b" l="l" r="r" t="t"/>
                <a:pathLst>
                  <a:path extrusionOk="0" h="3021" w="3019">
                    <a:moveTo>
                      <a:pt x="1" y="0"/>
                    </a:moveTo>
                    <a:lnTo>
                      <a:pt x="1" y="3020"/>
                    </a:lnTo>
                    <a:lnTo>
                      <a:pt x="3019" y="3020"/>
                    </a:lnTo>
                    <a:lnTo>
                      <a:pt x="3019"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29"/>
              <p:cNvSpPr/>
              <p:nvPr/>
            </p:nvSpPr>
            <p:spPr>
              <a:xfrm>
                <a:off x="7252920" y="1906048"/>
                <a:ext cx="54587"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29"/>
              <p:cNvSpPr/>
              <p:nvPr/>
            </p:nvSpPr>
            <p:spPr>
              <a:xfrm>
                <a:off x="7198370" y="19060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29"/>
              <p:cNvSpPr/>
              <p:nvPr/>
            </p:nvSpPr>
            <p:spPr>
              <a:xfrm>
                <a:off x="7143783" y="19060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29"/>
              <p:cNvSpPr/>
              <p:nvPr/>
            </p:nvSpPr>
            <p:spPr>
              <a:xfrm>
                <a:off x="7853173" y="1851461"/>
                <a:ext cx="54605" cy="54605"/>
              </a:xfrm>
              <a:custGeom>
                <a:rect b="b" l="l" r="r" t="t"/>
                <a:pathLst>
                  <a:path extrusionOk="0" h="3021" w="3021">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29"/>
              <p:cNvSpPr/>
              <p:nvPr/>
            </p:nvSpPr>
            <p:spPr>
              <a:xfrm>
                <a:off x="7634917" y="18514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29"/>
              <p:cNvSpPr/>
              <p:nvPr/>
            </p:nvSpPr>
            <p:spPr>
              <a:xfrm>
                <a:off x="7580331" y="1851461"/>
                <a:ext cx="54605" cy="54605"/>
              </a:xfrm>
              <a:custGeom>
                <a:rect b="b" l="l" r="r" t="t"/>
                <a:pathLst>
                  <a:path extrusionOk="0" h="3021" w="3021">
                    <a:moveTo>
                      <a:pt x="1" y="1"/>
                    </a:moveTo>
                    <a:lnTo>
                      <a:pt x="1" y="3020"/>
                    </a:lnTo>
                    <a:lnTo>
                      <a:pt x="3021" y="3020"/>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29"/>
              <p:cNvSpPr/>
              <p:nvPr/>
            </p:nvSpPr>
            <p:spPr>
              <a:xfrm>
                <a:off x="7525744" y="1851461"/>
                <a:ext cx="54605" cy="54605"/>
              </a:xfrm>
              <a:custGeom>
                <a:rect b="b" l="l" r="r" t="t"/>
                <a:pathLst>
                  <a:path extrusionOk="0" h="3021" w="3021">
                    <a:moveTo>
                      <a:pt x="1" y="1"/>
                    </a:moveTo>
                    <a:lnTo>
                      <a:pt x="1" y="3020"/>
                    </a:lnTo>
                    <a:lnTo>
                      <a:pt x="3021" y="3020"/>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29"/>
              <p:cNvSpPr/>
              <p:nvPr/>
            </p:nvSpPr>
            <p:spPr>
              <a:xfrm>
                <a:off x="7471212" y="18514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29"/>
              <p:cNvSpPr/>
              <p:nvPr/>
            </p:nvSpPr>
            <p:spPr>
              <a:xfrm>
                <a:off x="7362075" y="18514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29"/>
              <p:cNvSpPr/>
              <p:nvPr/>
            </p:nvSpPr>
            <p:spPr>
              <a:xfrm>
                <a:off x="7307489" y="1851461"/>
                <a:ext cx="54568" cy="54605"/>
              </a:xfrm>
              <a:custGeom>
                <a:rect b="b" l="l" r="r" t="t"/>
                <a:pathLst>
                  <a:path extrusionOk="0" h="3021" w="3019">
                    <a:moveTo>
                      <a:pt x="1" y="1"/>
                    </a:moveTo>
                    <a:lnTo>
                      <a:pt x="1" y="3020"/>
                    </a:lnTo>
                    <a:lnTo>
                      <a:pt x="3019" y="3020"/>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29"/>
              <p:cNvSpPr/>
              <p:nvPr/>
            </p:nvSpPr>
            <p:spPr>
              <a:xfrm>
                <a:off x="7252920" y="1851461"/>
                <a:ext cx="54587" cy="54605"/>
              </a:xfrm>
              <a:custGeom>
                <a:rect b="b" l="l" r="r" t="t"/>
                <a:pathLst>
                  <a:path extrusionOk="0" h="3021" w="3020">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29"/>
              <p:cNvSpPr/>
              <p:nvPr/>
            </p:nvSpPr>
            <p:spPr>
              <a:xfrm>
                <a:off x="7198370" y="18514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29"/>
              <p:cNvSpPr/>
              <p:nvPr/>
            </p:nvSpPr>
            <p:spPr>
              <a:xfrm>
                <a:off x="7634917" y="17969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29"/>
              <p:cNvSpPr/>
              <p:nvPr/>
            </p:nvSpPr>
            <p:spPr>
              <a:xfrm>
                <a:off x="7580331" y="1796911"/>
                <a:ext cx="54605" cy="54568"/>
              </a:xfrm>
              <a:custGeom>
                <a:rect b="b" l="l" r="r" t="t"/>
                <a:pathLst>
                  <a:path extrusionOk="0" h="3019" w="3021">
                    <a:moveTo>
                      <a:pt x="1" y="1"/>
                    </a:moveTo>
                    <a:lnTo>
                      <a:pt x="1" y="3019"/>
                    </a:lnTo>
                    <a:lnTo>
                      <a:pt x="3021" y="3019"/>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29"/>
              <p:cNvSpPr/>
              <p:nvPr/>
            </p:nvSpPr>
            <p:spPr>
              <a:xfrm>
                <a:off x="7525744" y="1796911"/>
                <a:ext cx="54605" cy="54568"/>
              </a:xfrm>
              <a:custGeom>
                <a:rect b="b" l="l" r="r" t="t"/>
                <a:pathLst>
                  <a:path extrusionOk="0" h="3019" w="3021">
                    <a:moveTo>
                      <a:pt x="1" y="1"/>
                    </a:moveTo>
                    <a:lnTo>
                      <a:pt x="1" y="3019"/>
                    </a:lnTo>
                    <a:lnTo>
                      <a:pt x="3021" y="3019"/>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29"/>
              <p:cNvSpPr/>
              <p:nvPr/>
            </p:nvSpPr>
            <p:spPr>
              <a:xfrm>
                <a:off x="7307489" y="1796911"/>
                <a:ext cx="54568" cy="54568"/>
              </a:xfrm>
              <a:custGeom>
                <a:rect b="b" l="l" r="r" t="t"/>
                <a:pathLst>
                  <a:path extrusionOk="0" h="3019" w="3019">
                    <a:moveTo>
                      <a:pt x="1" y="1"/>
                    </a:moveTo>
                    <a:lnTo>
                      <a:pt x="1" y="3019"/>
                    </a:lnTo>
                    <a:lnTo>
                      <a:pt x="3019" y="3019"/>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29"/>
              <p:cNvSpPr/>
              <p:nvPr/>
            </p:nvSpPr>
            <p:spPr>
              <a:xfrm>
                <a:off x="7252920" y="1796911"/>
                <a:ext cx="54587" cy="54568"/>
              </a:xfrm>
              <a:custGeom>
                <a:rect b="b" l="l" r="r" t="t"/>
                <a:pathLst>
                  <a:path extrusionOk="0" h="3019" w="3020">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29"/>
              <p:cNvSpPr/>
              <p:nvPr/>
            </p:nvSpPr>
            <p:spPr>
              <a:xfrm>
                <a:off x="7198370" y="17969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9" name="Google Shape;3609;p29"/>
          <p:cNvGrpSpPr/>
          <p:nvPr/>
        </p:nvGrpSpPr>
        <p:grpSpPr>
          <a:xfrm>
            <a:off x="2340056" y="3090212"/>
            <a:ext cx="654821" cy="600289"/>
            <a:chOff x="2272806" y="3575362"/>
            <a:chExt cx="654821" cy="600289"/>
          </a:xfrm>
        </p:grpSpPr>
        <p:grpSp>
          <p:nvGrpSpPr>
            <p:cNvPr id="3610" name="Google Shape;3610;p29"/>
            <p:cNvGrpSpPr/>
            <p:nvPr/>
          </p:nvGrpSpPr>
          <p:grpSpPr>
            <a:xfrm>
              <a:off x="2272806" y="3575362"/>
              <a:ext cx="654821" cy="600289"/>
              <a:chOff x="7171108" y="923788"/>
              <a:chExt cx="654821" cy="600289"/>
            </a:xfrm>
          </p:grpSpPr>
          <p:sp>
            <p:nvSpPr>
              <p:cNvPr id="3611" name="Google Shape;3611;p29"/>
              <p:cNvSpPr/>
              <p:nvPr/>
            </p:nvSpPr>
            <p:spPr>
              <a:xfrm>
                <a:off x="7553069" y="146950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29"/>
              <p:cNvSpPr/>
              <p:nvPr/>
            </p:nvSpPr>
            <p:spPr>
              <a:xfrm>
                <a:off x="7443950" y="1469508"/>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29"/>
              <p:cNvSpPr/>
              <p:nvPr/>
            </p:nvSpPr>
            <p:spPr>
              <a:xfrm>
                <a:off x="7662188" y="141492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29"/>
              <p:cNvSpPr/>
              <p:nvPr/>
            </p:nvSpPr>
            <p:spPr>
              <a:xfrm>
                <a:off x="7607656" y="141492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29"/>
              <p:cNvSpPr/>
              <p:nvPr/>
            </p:nvSpPr>
            <p:spPr>
              <a:xfrm>
                <a:off x="7553069" y="141492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29"/>
              <p:cNvSpPr/>
              <p:nvPr/>
            </p:nvSpPr>
            <p:spPr>
              <a:xfrm>
                <a:off x="7498483" y="1414922"/>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29"/>
              <p:cNvSpPr/>
              <p:nvPr/>
            </p:nvSpPr>
            <p:spPr>
              <a:xfrm>
                <a:off x="7443950" y="141492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29"/>
              <p:cNvSpPr/>
              <p:nvPr/>
            </p:nvSpPr>
            <p:spPr>
              <a:xfrm>
                <a:off x="7389364" y="141492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29"/>
              <p:cNvSpPr/>
              <p:nvPr/>
            </p:nvSpPr>
            <p:spPr>
              <a:xfrm>
                <a:off x="7334777" y="141492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29"/>
              <p:cNvSpPr/>
              <p:nvPr/>
            </p:nvSpPr>
            <p:spPr>
              <a:xfrm>
                <a:off x="7716774" y="1360389"/>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29"/>
              <p:cNvSpPr/>
              <p:nvPr/>
            </p:nvSpPr>
            <p:spPr>
              <a:xfrm>
                <a:off x="7662188" y="1360389"/>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29"/>
              <p:cNvSpPr/>
              <p:nvPr/>
            </p:nvSpPr>
            <p:spPr>
              <a:xfrm>
                <a:off x="7607656" y="136038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29"/>
              <p:cNvSpPr/>
              <p:nvPr/>
            </p:nvSpPr>
            <p:spPr>
              <a:xfrm>
                <a:off x="7553069" y="136038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29"/>
              <p:cNvSpPr/>
              <p:nvPr/>
            </p:nvSpPr>
            <p:spPr>
              <a:xfrm>
                <a:off x="7498483" y="1360389"/>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29"/>
              <p:cNvSpPr/>
              <p:nvPr/>
            </p:nvSpPr>
            <p:spPr>
              <a:xfrm>
                <a:off x="7443950" y="136038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29"/>
              <p:cNvSpPr/>
              <p:nvPr/>
            </p:nvSpPr>
            <p:spPr>
              <a:xfrm>
                <a:off x="7389364" y="136038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29"/>
              <p:cNvSpPr/>
              <p:nvPr/>
            </p:nvSpPr>
            <p:spPr>
              <a:xfrm>
                <a:off x="7334777" y="136038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29"/>
              <p:cNvSpPr/>
              <p:nvPr/>
            </p:nvSpPr>
            <p:spPr>
              <a:xfrm>
                <a:off x="7280227" y="136038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29"/>
              <p:cNvSpPr/>
              <p:nvPr/>
            </p:nvSpPr>
            <p:spPr>
              <a:xfrm>
                <a:off x="7662188" y="1305803"/>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29"/>
              <p:cNvSpPr/>
              <p:nvPr/>
            </p:nvSpPr>
            <p:spPr>
              <a:xfrm>
                <a:off x="7607656" y="1305803"/>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29"/>
              <p:cNvSpPr/>
              <p:nvPr/>
            </p:nvSpPr>
            <p:spPr>
              <a:xfrm>
                <a:off x="7553069" y="1305803"/>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29"/>
              <p:cNvSpPr/>
              <p:nvPr/>
            </p:nvSpPr>
            <p:spPr>
              <a:xfrm>
                <a:off x="7498483" y="1305803"/>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29"/>
              <p:cNvSpPr/>
              <p:nvPr/>
            </p:nvSpPr>
            <p:spPr>
              <a:xfrm>
                <a:off x="7443950" y="1305803"/>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29"/>
              <p:cNvSpPr/>
              <p:nvPr/>
            </p:nvSpPr>
            <p:spPr>
              <a:xfrm>
                <a:off x="7389364" y="1305803"/>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29"/>
              <p:cNvSpPr/>
              <p:nvPr/>
            </p:nvSpPr>
            <p:spPr>
              <a:xfrm>
                <a:off x="7334777" y="1305803"/>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29"/>
              <p:cNvSpPr/>
              <p:nvPr/>
            </p:nvSpPr>
            <p:spPr>
              <a:xfrm>
                <a:off x="7662188" y="1251216"/>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29"/>
              <p:cNvSpPr/>
              <p:nvPr/>
            </p:nvSpPr>
            <p:spPr>
              <a:xfrm>
                <a:off x="7607656" y="1251216"/>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29"/>
              <p:cNvSpPr/>
              <p:nvPr/>
            </p:nvSpPr>
            <p:spPr>
              <a:xfrm>
                <a:off x="7498483" y="1251216"/>
                <a:ext cx="54605" cy="54605"/>
              </a:xfrm>
              <a:custGeom>
                <a:rect b="b" l="l" r="r" t="t"/>
                <a:pathLst>
                  <a:path extrusionOk="0" h="3021" w="3021">
                    <a:moveTo>
                      <a:pt x="1" y="1"/>
                    </a:moveTo>
                    <a:lnTo>
                      <a:pt x="1"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29"/>
              <p:cNvSpPr/>
              <p:nvPr/>
            </p:nvSpPr>
            <p:spPr>
              <a:xfrm>
                <a:off x="7443950" y="1251216"/>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29"/>
              <p:cNvSpPr/>
              <p:nvPr/>
            </p:nvSpPr>
            <p:spPr>
              <a:xfrm>
                <a:off x="7334777" y="1251216"/>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29"/>
              <p:cNvSpPr/>
              <p:nvPr/>
            </p:nvSpPr>
            <p:spPr>
              <a:xfrm>
                <a:off x="7662188" y="119663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29"/>
              <p:cNvSpPr/>
              <p:nvPr/>
            </p:nvSpPr>
            <p:spPr>
              <a:xfrm>
                <a:off x="7607656" y="119663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29"/>
              <p:cNvSpPr/>
              <p:nvPr/>
            </p:nvSpPr>
            <p:spPr>
              <a:xfrm>
                <a:off x="7498483" y="1196630"/>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29"/>
              <p:cNvSpPr/>
              <p:nvPr/>
            </p:nvSpPr>
            <p:spPr>
              <a:xfrm>
                <a:off x="7443950" y="119663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29"/>
              <p:cNvSpPr/>
              <p:nvPr/>
            </p:nvSpPr>
            <p:spPr>
              <a:xfrm>
                <a:off x="7334777" y="119663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29"/>
              <p:cNvSpPr/>
              <p:nvPr/>
            </p:nvSpPr>
            <p:spPr>
              <a:xfrm>
                <a:off x="7280227" y="119663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29"/>
              <p:cNvSpPr/>
              <p:nvPr/>
            </p:nvSpPr>
            <p:spPr>
              <a:xfrm>
                <a:off x="7171108" y="119663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29"/>
              <p:cNvSpPr/>
              <p:nvPr/>
            </p:nvSpPr>
            <p:spPr>
              <a:xfrm>
                <a:off x="7716774" y="114209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29"/>
              <p:cNvSpPr/>
              <p:nvPr/>
            </p:nvSpPr>
            <p:spPr>
              <a:xfrm>
                <a:off x="7662188" y="114209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29"/>
              <p:cNvSpPr/>
              <p:nvPr/>
            </p:nvSpPr>
            <p:spPr>
              <a:xfrm>
                <a:off x="7607656" y="1142098"/>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29"/>
              <p:cNvSpPr/>
              <p:nvPr/>
            </p:nvSpPr>
            <p:spPr>
              <a:xfrm>
                <a:off x="7553069" y="114209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29"/>
              <p:cNvSpPr/>
              <p:nvPr/>
            </p:nvSpPr>
            <p:spPr>
              <a:xfrm>
                <a:off x="7498483" y="1142098"/>
                <a:ext cx="54605" cy="54586"/>
              </a:xfrm>
              <a:custGeom>
                <a:rect b="b" l="l" r="r" t="t"/>
                <a:pathLst>
                  <a:path extrusionOk="0" h="3020"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29"/>
              <p:cNvSpPr/>
              <p:nvPr/>
            </p:nvSpPr>
            <p:spPr>
              <a:xfrm>
                <a:off x="7443950" y="1142098"/>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29"/>
              <p:cNvSpPr/>
              <p:nvPr/>
            </p:nvSpPr>
            <p:spPr>
              <a:xfrm>
                <a:off x="7389364" y="114209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29"/>
              <p:cNvSpPr/>
              <p:nvPr/>
            </p:nvSpPr>
            <p:spPr>
              <a:xfrm>
                <a:off x="7334777" y="114209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29"/>
              <p:cNvSpPr/>
              <p:nvPr/>
            </p:nvSpPr>
            <p:spPr>
              <a:xfrm>
                <a:off x="7280227" y="114209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29"/>
              <p:cNvSpPr/>
              <p:nvPr/>
            </p:nvSpPr>
            <p:spPr>
              <a:xfrm>
                <a:off x="7225641" y="114209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29"/>
              <p:cNvSpPr/>
              <p:nvPr/>
            </p:nvSpPr>
            <p:spPr>
              <a:xfrm>
                <a:off x="7771361" y="1087511"/>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29"/>
              <p:cNvSpPr/>
              <p:nvPr/>
            </p:nvSpPr>
            <p:spPr>
              <a:xfrm>
                <a:off x="7662188" y="108751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29"/>
              <p:cNvSpPr/>
              <p:nvPr/>
            </p:nvSpPr>
            <p:spPr>
              <a:xfrm>
                <a:off x="7607656" y="1087511"/>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29"/>
              <p:cNvSpPr/>
              <p:nvPr/>
            </p:nvSpPr>
            <p:spPr>
              <a:xfrm>
                <a:off x="7553069" y="108751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29"/>
              <p:cNvSpPr/>
              <p:nvPr/>
            </p:nvSpPr>
            <p:spPr>
              <a:xfrm>
                <a:off x="7498483" y="1087511"/>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29"/>
              <p:cNvSpPr/>
              <p:nvPr/>
            </p:nvSpPr>
            <p:spPr>
              <a:xfrm>
                <a:off x="7443950" y="1087511"/>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29"/>
              <p:cNvSpPr/>
              <p:nvPr/>
            </p:nvSpPr>
            <p:spPr>
              <a:xfrm>
                <a:off x="7389364" y="108751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29"/>
              <p:cNvSpPr/>
              <p:nvPr/>
            </p:nvSpPr>
            <p:spPr>
              <a:xfrm>
                <a:off x="7334777" y="108751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29"/>
              <p:cNvSpPr/>
              <p:nvPr/>
            </p:nvSpPr>
            <p:spPr>
              <a:xfrm>
                <a:off x="7280227" y="1087511"/>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29"/>
              <p:cNvSpPr/>
              <p:nvPr/>
            </p:nvSpPr>
            <p:spPr>
              <a:xfrm>
                <a:off x="7553069" y="103296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29"/>
              <p:cNvSpPr/>
              <p:nvPr/>
            </p:nvSpPr>
            <p:spPr>
              <a:xfrm>
                <a:off x="7389364" y="103296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29"/>
              <p:cNvSpPr/>
              <p:nvPr/>
            </p:nvSpPr>
            <p:spPr>
              <a:xfrm>
                <a:off x="7607656" y="978374"/>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29"/>
              <p:cNvSpPr/>
              <p:nvPr/>
            </p:nvSpPr>
            <p:spPr>
              <a:xfrm>
                <a:off x="7553069" y="97837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29"/>
              <p:cNvSpPr/>
              <p:nvPr/>
            </p:nvSpPr>
            <p:spPr>
              <a:xfrm>
                <a:off x="7389364" y="97837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29"/>
              <p:cNvSpPr/>
              <p:nvPr/>
            </p:nvSpPr>
            <p:spPr>
              <a:xfrm>
                <a:off x="7334777" y="97837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29"/>
              <p:cNvSpPr/>
              <p:nvPr/>
            </p:nvSpPr>
            <p:spPr>
              <a:xfrm>
                <a:off x="7662188" y="923788"/>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29"/>
              <p:cNvSpPr/>
              <p:nvPr/>
            </p:nvSpPr>
            <p:spPr>
              <a:xfrm>
                <a:off x="7280227" y="923788"/>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5" name="Google Shape;3675;p29"/>
            <p:cNvSpPr/>
            <p:nvPr/>
          </p:nvSpPr>
          <p:spPr>
            <a:xfrm>
              <a:off x="2478713" y="3814763"/>
              <a:ext cx="243000" cy="17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6" name="Google Shape;3676;p29"/>
            <p:cNvGrpSpPr/>
            <p:nvPr/>
          </p:nvGrpSpPr>
          <p:grpSpPr>
            <a:xfrm>
              <a:off x="2272806" y="3575362"/>
              <a:ext cx="654821" cy="600289"/>
              <a:chOff x="7171108" y="923788"/>
              <a:chExt cx="654821" cy="600289"/>
            </a:xfrm>
          </p:grpSpPr>
          <p:sp>
            <p:nvSpPr>
              <p:cNvPr id="3677" name="Google Shape;3677;p29"/>
              <p:cNvSpPr/>
              <p:nvPr/>
            </p:nvSpPr>
            <p:spPr>
              <a:xfrm>
                <a:off x="7553069" y="1469508"/>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29"/>
              <p:cNvSpPr/>
              <p:nvPr/>
            </p:nvSpPr>
            <p:spPr>
              <a:xfrm>
                <a:off x="7443950" y="1469508"/>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29"/>
              <p:cNvSpPr/>
              <p:nvPr/>
            </p:nvSpPr>
            <p:spPr>
              <a:xfrm>
                <a:off x="7662188" y="141492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29"/>
              <p:cNvSpPr/>
              <p:nvPr/>
            </p:nvSpPr>
            <p:spPr>
              <a:xfrm>
                <a:off x="7607656" y="14149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29"/>
              <p:cNvSpPr/>
              <p:nvPr/>
            </p:nvSpPr>
            <p:spPr>
              <a:xfrm>
                <a:off x="7553069" y="1414922"/>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29"/>
              <p:cNvSpPr/>
              <p:nvPr/>
            </p:nvSpPr>
            <p:spPr>
              <a:xfrm>
                <a:off x="7498483" y="1414922"/>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29"/>
              <p:cNvSpPr/>
              <p:nvPr/>
            </p:nvSpPr>
            <p:spPr>
              <a:xfrm>
                <a:off x="7443950" y="14149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29"/>
              <p:cNvSpPr/>
              <p:nvPr/>
            </p:nvSpPr>
            <p:spPr>
              <a:xfrm>
                <a:off x="7389364" y="1414922"/>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29"/>
              <p:cNvSpPr/>
              <p:nvPr/>
            </p:nvSpPr>
            <p:spPr>
              <a:xfrm>
                <a:off x="7334777" y="1414922"/>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29"/>
              <p:cNvSpPr/>
              <p:nvPr/>
            </p:nvSpPr>
            <p:spPr>
              <a:xfrm>
                <a:off x="7716774" y="1360389"/>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29"/>
              <p:cNvSpPr/>
              <p:nvPr/>
            </p:nvSpPr>
            <p:spPr>
              <a:xfrm>
                <a:off x="7662188" y="1360389"/>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29"/>
              <p:cNvSpPr/>
              <p:nvPr/>
            </p:nvSpPr>
            <p:spPr>
              <a:xfrm>
                <a:off x="7607656" y="1360389"/>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29"/>
              <p:cNvSpPr/>
              <p:nvPr/>
            </p:nvSpPr>
            <p:spPr>
              <a:xfrm>
                <a:off x="7553069" y="1360389"/>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29"/>
              <p:cNvSpPr/>
              <p:nvPr/>
            </p:nvSpPr>
            <p:spPr>
              <a:xfrm>
                <a:off x="7498483" y="1360389"/>
                <a:ext cx="54605" cy="54550"/>
              </a:xfrm>
              <a:custGeom>
                <a:rect b="b" l="l" r="r" t="t"/>
                <a:pathLst>
                  <a:path extrusionOk="0" h="3018" w="3021">
                    <a:moveTo>
                      <a:pt x="1" y="0"/>
                    </a:moveTo>
                    <a:lnTo>
                      <a:pt x="1"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29"/>
              <p:cNvSpPr/>
              <p:nvPr/>
            </p:nvSpPr>
            <p:spPr>
              <a:xfrm>
                <a:off x="7443950" y="1360389"/>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29"/>
              <p:cNvSpPr/>
              <p:nvPr/>
            </p:nvSpPr>
            <p:spPr>
              <a:xfrm>
                <a:off x="7389364" y="1360389"/>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29"/>
              <p:cNvSpPr/>
              <p:nvPr/>
            </p:nvSpPr>
            <p:spPr>
              <a:xfrm>
                <a:off x="7334777" y="1360389"/>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29"/>
              <p:cNvSpPr/>
              <p:nvPr/>
            </p:nvSpPr>
            <p:spPr>
              <a:xfrm>
                <a:off x="7280227" y="1360389"/>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29"/>
              <p:cNvSpPr/>
              <p:nvPr/>
            </p:nvSpPr>
            <p:spPr>
              <a:xfrm>
                <a:off x="7662188" y="1305803"/>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29"/>
              <p:cNvSpPr/>
              <p:nvPr/>
            </p:nvSpPr>
            <p:spPr>
              <a:xfrm>
                <a:off x="7607656" y="1305803"/>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29"/>
              <p:cNvSpPr/>
              <p:nvPr/>
            </p:nvSpPr>
            <p:spPr>
              <a:xfrm>
                <a:off x="7553069" y="1305803"/>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29"/>
              <p:cNvSpPr/>
              <p:nvPr/>
            </p:nvSpPr>
            <p:spPr>
              <a:xfrm>
                <a:off x="7498483" y="1305803"/>
                <a:ext cx="54605" cy="54550"/>
              </a:xfrm>
              <a:custGeom>
                <a:rect b="b" l="l" r="r" t="t"/>
                <a:pathLst>
                  <a:path extrusionOk="0" h="3018" w="3021">
                    <a:moveTo>
                      <a:pt x="1" y="0"/>
                    </a:moveTo>
                    <a:lnTo>
                      <a:pt x="1"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29"/>
              <p:cNvSpPr/>
              <p:nvPr/>
            </p:nvSpPr>
            <p:spPr>
              <a:xfrm>
                <a:off x="7443950" y="1305803"/>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29"/>
              <p:cNvSpPr/>
              <p:nvPr/>
            </p:nvSpPr>
            <p:spPr>
              <a:xfrm>
                <a:off x="7389364" y="1305803"/>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29"/>
              <p:cNvSpPr/>
              <p:nvPr/>
            </p:nvSpPr>
            <p:spPr>
              <a:xfrm>
                <a:off x="7334777" y="1305803"/>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29"/>
              <p:cNvSpPr/>
              <p:nvPr/>
            </p:nvSpPr>
            <p:spPr>
              <a:xfrm>
                <a:off x="7662188" y="1251216"/>
                <a:ext cx="54605" cy="54605"/>
              </a:xfrm>
              <a:custGeom>
                <a:rect b="b" l="l" r="r" t="t"/>
                <a:pathLst>
                  <a:path extrusionOk="0" h="3021" w="3021">
                    <a:moveTo>
                      <a:pt x="1" y="1"/>
                    </a:moveTo>
                    <a:lnTo>
                      <a:pt x="1" y="3020"/>
                    </a:lnTo>
                    <a:lnTo>
                      <a:pt x="3021" y="3020"/>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29"/>
              <p:cNvSpPr/>
              <p:nvPr/>
            </p:nvSpPr>
            <p:spPr>
              <a:xfrm>
                <a:off x="7607656" y="1251216"/>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29"/>
              <p:cNvSpPr/>
              <p:nvPr/>
            </p:nvSpPr>
            <p:spPr>
              <a:xfrm>
                <a:off x="7498483" y="1251216"/>
                <a:ext cx="54605" cy="54605"/>
              </a:xfrm>
              <a:custGeom>
                <a:rect b="b" l="l" r="r" t="t"/>
                <a:pathLst>
                  <a:path extrusionOk="0" h="3021" w="3021">
                    <a:moveTo>
                      <a:pt x="1" y="1"/>
                    </a:moveTo>
                    <a:lnTo>
                      <a:pt x="1"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29"/>
              <p:cNvSpPr/>
              <p:nvPr/>
            </p:nvSpPr>
            <p:spPr>
              <a:xfrm>
                <a:off x="7443950" y="1251216"/>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29"/>
              <p:cNvSpPr/>
              <p:nvPr/>
            </p:nvSpPr>
            <p:spPr>
              <a:xfrm>
                <a:off x="7334777" y="1251216"/>
                <a:ext cx="54605" cy="54605"/>
              </a:xfrm>
              <a:custGeom>
                <a:rect b="b" l="l" r="r" t="t"/>
                <a:pathLst>
                  <a:path extrusionOk="0" h="3021" w="3021">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29"/>
              <p:cNvSpPr/>
              <p:nvPr/>
            </p:nvSpPr>
            <p:spPr>
              <a:xfrm>
                <a:off x="7662188" y="1196630"/>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29"/>
              <p:cNvSpPr/>
              <p:nvPr/>
            </p:nvSpPr>
            <p:spPr>
              <a:xfrm>
                <a:off x="7607656" y="1196630"/>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29"/>
              <p:cNvSpPr/>
              <p:nvPr/>
            </p:nvSpPr>
            <p:spPr>
              <a:xfrm>
                <a:off x="7498483" y="1196630"/>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29"/>
              <p:cNvSpPr/>
              <p:nvPr/>
            </p:nvSpPr>
            <p:spPr>
              <a:xfrm>
                <a:off x="7443950" y="1196630"/>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29"/>
              <p:cNvSpPr/>
              <p:nvPr/>
            </p:nvSpPr>
            <p:spPr>
              <a:xfrm>
                <a:off x="7334777" y="1196630"/>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29"/>
              <p:cNvSpPr/>
              <p:nvPr/>
            </p:nvSpPr>
            <p:spPr>
              <a:xfrm>
                <a:off x="7280227" y="1196630"/>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29"/>
              <p:cNvSpPr/>
              <p:nvPr/>
            </p:nvSpPr>
            <p:spPr>
              <a:xfrm>
                <a:off x="7171108" y="1196630"/>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29"/>
              <p:cNvSpPr/>
              <p:nvPr/>
            </p:nvSpPr>
            <p:spPr>
              <a:xfrm>
                <a:off x="7716774" y="1142098"/>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29"/>
              <p:cNvSpPr/>
              <p:nvPr/>
            </p:nvSpPr>
            <p:spPr>
              <a:xfrm>
                <a:off x="7662188" y="1142098"/>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29"/>
              <p:cNvSpPr/>
              <p:nvPr/>
            </p:nvSpPr>
            <p:spPr>
              <a:xfrm>
                <a:off x="7607656" y="1142098"/>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29"/>
              <p:cNvSpPr/>
              <p:nvPr/>
            </p:nvSpPr>
            <p:spPr>
              <a:xfrm>
                <a:off x="7553069" y="1142098"/>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29"/>
              <p:cNvSpPr/>
              <p:nvPr/>
            </p:nvSpPr>
            <p:spPr>
              <a:xfrm>
                <a:off x="7498483" y="1142098"/>
                <a:ext cx="54605" cy="54586"/>
              </a:xfrm>
              <a:custGeom>
                <a:rect b="b" l="l" r="r" t="t"/>
                <a:pathLst>
                  <a:path extrusionOk="0" h="3020"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29"/>
              <p:cNvSpPr/>
              <p:nvPr/>
            </p:nvSpPr>
            <p:spPr>
              <a:xfrm>
                <a:off x="7443950" y="1142098"/>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29"/>
              <p:cNvSpPr/>
              <p:nvPr/>
            </p:nvSpPr>
            <p:spPr>
              <a:xfrm>
                <a:off x="7389364" y="1142098"/>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29"/>
              <p:cNvSpPr/>
              <p:nvPr/>
            </p:nvSpPr>
            <p:spPr>
              <a:xfrm>
                <a:off x="7334777" y="1142098"/>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29"/>
              <p:cNvSpPr/>
              <p:nvPr/>
            </p:nvSpPr>
            <p:spPr>
              <a:xfrm>
                <a:off x="7280227" y="1142098"/>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29"/>
              <p:cNvSpPr/>
              <p:nvPr/>
            </p:nvSpPr>
            <p:spPr>
              <a:xfrm>
                <a:off x="7225641" y="1142098"/>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29"/>
              <p:cNvSpPr/>
              <p:nvPr/>
            </p:nvSpPr>
            <p:spPr>
              <a:xfrm>
                <a:off x="7771361" y="1087511"/>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29"/>
              <p:cNvSpPr/>
              <p:nvPr/>
            </p:nvSpPr>
            <p:spPr>
              <a:xfrm>
                <a:off x="7662188" y="1087511"/>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29"/>
              <p:cNvSpPr/>
              <p:nvPr/>
            </p:nvSpPr>
            <p:spPr>
              <a:xfrm>
                <a:off x="7607656" y="1087511"/>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29"/>
              <p:cNvSpPr/>
              <p:nvPr/>
            </p:nvSpPr>
            <p:spPr>
              <a:xfrm>
                <a:off x="7553069" y="108751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29"/>
              <p:cNvSpPr/>
              <p:nvPr/>
            </p:nvSpPr>
            <p:spPr>
              <a:xfrm>
                <a:off x="7498483" y="1087511"/>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29"/>
              <p:cNvSpPr/>
              <p:nvPr/>
            </p:nvSpPr>
            <p:spPr>
              <a:xfrm>
                <a:off x="7443950" y="1087511"/>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29"/>
              <p:cNvSpPr/>
              <p:nvPr/>
            </p:nvSpPr>
            <p:spPr>
              <a:xfrm>
                <a:off x="7389364" y="108751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29"/>
              <p:cNvSpPr/>
              <p:nvPr/>
            </p:nvSpPr>
            <p:spPr>
              <a:xfrm>
                <a:off x="7334777" y="1087511"/>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29"/>
              <p:cNvSpPr/>
              <p:nvPr/>
            </p:nvSpPr>
            <p:spPr>
              <a:xfrm>
                <a:off x="7280227" y="1087511"/>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29"/>
              <p:cNvSpPr/>
              <p:nvPr/>
            </p:nvSpPr>
            <p:spPr>
              <a:xfrm>
                <a:off x="7553069" y="1032961"/>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29"/>
              <p:cNvSpPr/>
              <p:nvPr/>
            </p:nvSpPr>
            <p:spPr>
              <a:xfrm>
                <a:off x="7389364" y="1032961"/>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29"/>
              <p:cNvSpPr/>
              <p:nvPr/>
            </p:nvSpPr>
            <p:spPr>
              <a:xfrm>
                <a:off x="7607656" y="978374"/>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29"/>
              <p:cNvSpPr/>
              <p:nvPr/>
            </p:nvSpPr>
            <p:spPr>
              <a:xfrm>
                <a:off x="7553069" y="978374"/>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29"/>
              <p:cNvSpPr/>
              <p:nvPr/>
            </p:nvSpPr>
            <p:spPr>
              <a:xfrm>
                <a:off x="7389364" y="978374"/>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29"/>
              <p:cNvSpPr/>
              <p:nvPr/>
            </p:nvSpPr>
            <p:spPr>
              <a:xfrm>
                <a:off x="7334777" y="978374"/>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29"/>
              <p:cNvSpPr/>
              <p:nvPr/>
            </p:nvSpPr>
            <p:spPr>
              <a:xfrm>
                <a:off x="7662188" y="923788"/>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29"/>
              <p:cNvSpPr/>
              <p:nvPr/>
            </p:nvSpPr>
            <p:spPr>
              <a:xfrm>
                <a:off x="7280227" y="923788"/>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1" name="Google Shape;3741;p29"/>
          <p:cNvGrpSpPr/>
          <p:nvPr/>
        </p:nvGrpSpPr>
        <p:grpSpPr>
          <a:xfrm>
            <a:off x="7563995" y="3144778"/>
            <a:ext cx="545720" cy="491134"/>
            <a:chOff x="7597595" y="3657241"/>
            <a:chExt cx="545720" cy="491134"/>
          </a:xfrm>
        </p:grpSpPr>
        <p:grpSp>
          <p:nvGrpSpPr>
            <p:cNvPr id="3742" name="Google Shape;3742;p29"/>
            <p:cNvGrpSpPr/>
            <p:nvPr/>
          </p:nvGrpSpPr>
          <p:grpSpPr>
            <a:xfrm>
              <a:off x="7597595" y="3657241"/>
              <a:ext cx="545720" cy="491134"/>
              <a:chOff x="7307520" y="4361728"/>
              <a:chExt cx="545720" cy="491134"/>
            </a:xfrm>
          </p:grpSpPr>
          <p:sp>
            <p:nvSpPr>
              <p:cNvPr id="3743" name="Google Shape;3743;p29"/>
              <p:cNvSpPr/>
              <p:nvPr/>
            </p:nvSpPr>
            <p:spPr>
              <a:xfrm>
                <a:off x="7798654" y="4798276"/>
                <a:ext cx="54587"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29"/>
              <p:cNvSpPr/>
              <p:nvPr/>
            </p:nvSpPr>
            <p:spPr>
              <a:xfrm>
                <a:off x="7634931" y="4798276"/>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29"/>
              <p:cNvSpPr/>
              <p:nvPr/>
            </p:nvSpPr>
            <p:spPr>
              <a:xfrm>
                <a:off x="7471226" y="4798276"/>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29"/>
              <p:cNvSpPr/>
              <p:nvPr/>
            </p:nvSpPr>
            <p:spPr>
              <a:xfrm>
                <a:off x="7307520" y="4798276"/>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29"/>
              <p:cNvSpPr/>
              <p:nvPr/>
            </p:nvSpPr>
            <p:spPr>
              <a:xfrm>
                <a:off x="7798654" y="4743725"/>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29"/>
              <p:cNvSpPr/>
              <p:nvPr/>
            </p:nvSpPr>
            <p:spPr>
              <a:xfrm>
                <a:off x="7634931" y="474372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29"/>
              <p:cNvSpPr/>
              <p:nvPr/>
            </p:nvSpPr>
            <p:spPr>
              <a:xfrm>
                <a:off x="7471226" y="474372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29"/>
              <p:cNvSpPr/>
              <p:nvPr/>
            </p:nvSpPr>
            <p:spPr>
              <a:xfrm>
                <a:off x="7307520" y="474372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29"/>
              <p:cNvSpPr/>
              <p:nvPr/>
            </p:nvSpPr>
            <p:spPr>
              <a:xfrm>
                <a:off x="7744104" y="468913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29"/>
              <p:cNvSpPr/>
              <p:nvPr/>
            </p:nvSpPr>
            <p:spPr>
              <a:xfrm>
                <a:off x="7689517" y="468913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29"/>
              <p:cNvSpPr/>
              <p:nvPr/>
            </p:nvSpPr>
            <p:spPr>
              <a:xfrm>
                <a:off x="7634931" y="468913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29"/>
              <p:cNvSpPr/>
              <p:nvPr/>
            </p:nvSpPr>
            <p:spPr>
              <a:xfrm>
                <a:off x="7580344" y="468913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29"/>
              <p:cNvSpPr/>
              <p:nvPr/>
            </p:nvSpPr>
            <p:spPr>
              <a:xfrm>
                <a:off x="7525812" y="468913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29"/>
              <p:cNvSpPr/>
              <p:nvPr/>
            </p:nvSpPr>
            <p:spPr>
              <a:xfrm>
                <a:off x="7471226" y="468913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29"/>
              <p:cNvSpPr/>
              <p:nvPr/>
            </p:nvSpPr>
            <p:spPr>
              <a:xfrm>
                <a:off x="7416675" y="468913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29"/>
              <p:cNvSpPr/>
              <p:nvPr/>
            </p:nvSpPr>
            <p:spPr>
              <a:xfrm>
                <a:off x="7362107" y="4689139"/>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29"/>
              <p:cNvSpPr/>
              <p:nvPr/>
            </p:nvSpPr>
            <p:spPr>
              <a:xfrm>
                <a:off x="7744104" y="463460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29"/>
              <p:cNvSpPr/>
              <p:nvPr/>
            </p:nvSpPr>
            <p:spPr>
              <a:xfrm>
                <a:off x="7362107" y="4634607"/>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29"/>
              <p:cNvSpPr/>
              <p:nvPr/>
            </p:nvSpPr>
            <p:spPr>
              <a:xfrm>
                <a:off x="7744104" y="4580020"/>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29"/>
              <p:cNvSpPr/>
              <p:nvPr/>
            </p:nvSpPr>
            <p:spPr>
              <a:xfrm>
                <a:off x="7689517" y="4580020"/>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29"/>
              <p:cNvSpPr/>
              <p:nvPr/>
            </p:nvSpPr>
            <p:spPr>
              <a:xfrm>
                <a:off x="7634931" y="4580020"/>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29"/>
              <p:cNvSpPr/>
              <p:nvPr/>
            </p:nvSpPr>
            <p:spPr>
              <a:xfrm>
                <a:off x="7580344" y="4580020"/>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29"/>
              <p:cNvSpPr/>
              <p:nvPr/>
            </p:nvSpPr>
            <p:spPr>
              <a:xfrm>
                <a:off x="7525812" y="4580020"/>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29"/>
              <p:cNvSpPr/>
              <p:nvPr/>
            </p:nvSpPr>
            <p:spPr>
              <a:xfrm>
                <a:off x="7471226" y="4580020"/>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29"/>
              <p:cNvSpPr/>
              <p:nvPr/>
            </p:nvSpPr>
            <p:spPr>
              <a:xfrm>
                <a:off x="7416675" y="4580020"/>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29"/>
              <p:cNvSpPr/>
              <p:nvPr/>
            </p:nvSpPr>
            <p:spPr>
              <a:xfrm>
                <a:off x="7362107" y="4580020"/>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29"/>
              <p:cNvSpPr/>
              <p:nvPr/>
            </p:nvSpPr>
            <p:spPr>
              <a:xfrm>
                <a:off x="7744104" y="4525434"/>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29"/>
              <p:cNvSpPr/>
              <p:nvPr/>
            </p:nvSpPr>
            <p:spPr>
              <a:xfrm>
                <a:off x="7689517" y="452543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29"/>
              <p:cNvSpPr/>
              <p:nvPr/>
            </p:nvSpPr>
            <p:spPr>
              <a:xfrm>
                <a:off x="7580344" y="452543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29"/>
              <p:cNvSpPr/>
              <p:nvPr/>
            </p:nvSpPr>
            <p:spPr>
              <a:xfrm>
                <a:off x="7525812" y="4525434"/>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29"/>
              <p:cNvSpPr/>
              <p:nvPr/>
            </p:nvSpPr>
            <p:spPr>
              <a:xfrm>
                <a:off x="7416675" y="452543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29"/>
              <p:cNvSpPr/>
              <p:nvPr/>
            </p:nvSpPr>
            <p:spPr>
              <a:xfrm>
                <a:off x="7362107" y="4525434"/>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29"/>
              <p:cNvSpPr/>
              <p:nvPr/>
            </p:nvSpPr>
            <p:spPr>
              <a:xfrm>
                <a:off x="7689517" y="447088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29"/>
              <p:cNvSpPr/>
              <p:nvPr/>
            </p:nvSpPr>
            <p:spPr>
              <a:xfrm>
                <a:off x="7634931" y="4470883"/>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29"/>
              <p:cNvSpPr/>
              <p:nvPr/>
            </p:nvSpPr>
            <p:spPr>
              <a:xfrm>
                <a:off x="7580344" y="4470883"/>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29"/>
              <p:cNvSpPr/>
              <p:nvPr/>
            </p:nvSpPr>
            <p:spPr>
              <a:xfrm>
                <a:off x="7525812" y="4470883"/>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29"/>
              <p:cNvSpPr/>
              <p:nvPr/>
            </p:nvSpPr>
            <p:spPr>
              <a:xfrm>
                <a:off x="7471226" y="447088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29"/>
              <p:cNvSpPr/>
              <p:nvPr/>
            </p:nvSpPr>
            <p:spPr>
              <a:xfrm>
                <a:off x="7416675" y="447088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29"/>
              <p:cNvSpPr/>
              <p:nvPr/>
            </p:nvSpPr>
            <p:spPr>
              <a:xfrm>
                <a:off x="7634931" y="441629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29"/>
              <p:cNvSpPr/>
              <p:nvPr/>
            </p:nvSpPr>
            <p:spPr>
              <a:xfrm>
                <a:off x="7580344" y="441629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29"/>
              <p:cNvSpPr/>
              <p:nvPr/>
            </p:nvSpPr>
            <p:spPr>
              <a:xfrm>
                <a:off x="7525812" y="441629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29"/>
              <p:cNvSpPr/>
              <p:nvPr/>
            </p:nvSpPr>
            <p:spPr>
              <a:xfrm>
                <a:off x="7471226" y="441629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29"/>
              <p:cNvSpPr/>
              <p:nvPr/>
            </p:nvSpPr>
            <p:spPr>
              <a:xfrm>
                <a:off x="7580344" y="436172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29"/>
              <p:cNvSpPr/>
              <p:nvPr/>
            </p:nvSpPr>
            <p:spPr>
              <a:xfrm>
                <a:off x="7525812" y="4361728"/>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87" name="Google Shape;3787;p29"/>
            <p:cNvSpPr/>
            <p:nvPr/>
          </p:nvSpPr>
          <p:spPr>
            <a:xfrm>
              <a:off x="7691450" y="3795625"/>
              <a:ext cx="357300" cy="21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8" name="Google Shape;3788;p29"/>
            <p:cNvGrpSpPr/>
            <p:nvPr/>
          </p:nvGrpSpPr>
          <p:grpSpPr>
            <a:xfrm>
              <a:off x="7597595" y="3657241"/>
              <a:ext cx="545720" cy="491134"/>
              <a:chOff x="7307520" y="4361728"/>
              <a:chExt cx="545720" cy="491134"/>
            </a:xfrm>
          </p:grpSpPr>
          <p:sp>
            <p:nvSpPr>
              <p:cNvPr id="3789" name="Google Shape;3789;p29"/>
              <p:cNvSpPr/>
              <p:nvPr/>
            </p:nvSpPr>
            <p:spPr>
              <a:xfrm>
                <a:off x="7798654" y="4798276"/>
                <a:ext cx="54587" cy="54586"/>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29"/>
              <p:cNvSpPr/>
              <p:nvPr/>
            </p:nvSpPr>
            <p:spPr>
              <a:xfrm>
                <a:off x="7634931" y="4798276"/>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29"/>
              <p:cNvSpPr/>
              <p:nvPr/>
            </p:nvSpPr>
            <p:spPr>
              <a:xfrm>
                <a:off x="7471226" y="4798276"/>
                <a:ext cx="54605" cy="54586"/>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29"/>
              <p:cNvSpPr/>
              <p:nvPr/>
            </p:nvSpPr>
            <p:spPr>
              <a:xfrm>
                <a:off x="7307520" y="4798276"/>
                <a:ext cx="54605" cy="54586"/>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29"/>
              <p:cNvSpPr/>
              <p:nvPr/>
            </p:nvSpPr>
            <p:spPr>
              <a:xfrm>
                <a:off x="7798654" y="4743725"/>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29"/>
              <p:cNvSpPr/>
              <p:nvPr/>
            </p:nvSpPr>
            <p:spPr>
              <a:xfrm>
                <a:off x="7634931" y="474372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29"/>
              <p:cNvSpPr/>
              <p:nvPr/>
            </p:nvSpPr>
            <p:spPr>
              <a:xfrm>
                <a:off x="7471226" y="474372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29"/>
              <p:cNvSpPr/>
              <p:nvPr/>
            </p:nvSpPr>
            <p:spPr>
              <a:xfrm>
                <a:off x="7307520" y="474372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29"/>
              <p:cNvSpPr/>
              <p:nvPr/>
            </p:nvSpPr>
            <p:spPr>
              <a:xfrm>
                <a:off x="7744104" y="4689139"/>
                <a:ext cx="54568" cy="54605"/>
              </a:xfrm>
              <a:custGeom>
                <a:rect b="b" l="l" r="r" t="t"/>
                <a:pathLst>
                  <a:path extrusionOk="0" h="3021" w="3019">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29"/>
              <p:cNvSpPr/>
              <p:nvPr/>
            </p:nvSpPr>
            <p:spPr>
              <a:xfrm>
                <a:off x="7689517" y="468913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29"/>
              <p:cNvSpPr/>
              <p:nvPr/>
            </p:nvSpPr>
            <p:spPr>
              <a:xfrm>
                <a:off x="7634931" y="468913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29"/>
              <p:cNvSpPr/>
              <p:nvPr/>
            </p:nvSpPr>
            <p:spPr>
              <a:xfrm>
                <a:off x="7580344" y="468913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29"/>
              <p:cNvSpPr/>
              <p:nvPr/>
            </p:nvSpPr>
            <p:spPr>
              <a:xfrm>
                <a:off x="7525812" y="4689139"/>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29"/>
              <p:cNvSpPr/>
              <p:nvPr/>
            </p:nvSpPr>
            <p:spPr>
              <a:xfrm>
                <a:off x="7471226" y="4689139"/>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29"/>
              <p:cNvSpPr/>
              <p:nvPr/>
            </p:nvSpPr>
            <p:spPr>
              <a:xfrm>
                <a:off x="7416675" y="468913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29"/>
              <p:cNvSpPr/>
              <p:nvPr/>
            </p:nvSpPr>
            <p:spPr>
              <a:xfrm>
                <a:off x="7362107" y="4689139"/>
                <a:ext cx="54587"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29"/>
              <p:cNvSpPr/>
              <p:nvPr/>
            </p:nvSpPr>
            <p:spPr>
              <a:xfrm>
                <a:off x="7744104" y="4634607"/>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29"/>
              <p:cNvSpPr/>
              <p:nvPr/>
            </p:nvSpPr>
            <p:spPr>
              <a:xfrm>
                <a:off x="7362107" y="4634607"/>
                <a:ext cx="54587"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29"/>
              <p:cNvSpPr/>
              <p:nvPr/>
            </p:nvSpPr>
            <p:spPr>
              <a:xfrm>
                <a:off x="7744104" y="4580020"/>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29"/>
              <p:cNvSpPr/>
              <p:nvPr/>
            </p:nvSpPr>
            <p:spPr>
              <a:xfrm>
                <a:off x="7689517" y="4580020"/>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29"/>
              <p:cNvSpPr/>
              <p:nvPr/>
            </p:nvSpPr>
            <p:spPr>
              <a:xfrm>
                <a:off x="7634931" y="4580020"/>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29"/>
              <p:cNvSpPr/>
              <p:nvPr/>
            </p:nvSpPr>
            <p:spPr>
              <a:xfrm>
                <a:off x="7580344" y="4580020"/>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29"/>
              <p:cNvSpPr/>
              <p:nvPr/>
            </p:nvSpPr>
            <p:spPr>
              <a:xfrm>
                <a:off x="7525812" y="4580020"/>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29"/>
              <p:cNvSpPr/>
              <p:nvPr/>
            </p:nvSpPr>
            <p:spPr>
              <a:xfrm>
                <a:off x="7471226" y="4580020"/>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29"/>
              <p:cNvSpPr/>
              <p:nvPr/>
            </p:nvSpPr>
            <p:spPr>
              <a:xfrm>
                <a:off x="7416675" y="4580020"/>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29"/>
              <p:cNvSpPr/>
              <p:nvPr/>
            </p:nvSpPr>
            <p:spPr>
              <a:xfrm>
                <a:off x="7362107" y="4580020"/>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9"/>
              <p:cNvSpPr/>
              <p:nvPr/>
            </p:nvSpPr>
            <p:spPr>
              <a:xfrm>
                <a:off x="7744104" y="4525434"/>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29"/>
              <p:cNvSpPr/>
              <p:nvPr/>
            </p:nvSpPr>
            <p:spPr>
              <a:xfrm>
                <a:off x="7689517" y="4525434"/>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29"/>
              <p:cNvSpPr/>
              <p:nvPr/>
            </p:nvSpPr>
            <p:spPr>
              <a:xfrm>
                <a:off x="7580344" y="4525434"/>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29"/>
              <p:cNvSpPr/>
              <p:nvPr/>
            </p:nvSpPr>
            <p:spPr>
              <a:xfrm>
                <a:off x="7525812" y="4525434"/>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29"/>
              <p:cNvSpPr/>
              <p:nvPr/>
            </p:nvSpPr>
            <p:spPr>
              <a:xfrm>
                <a:off x="7416675" y="4525434"/>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29"/>
              <p:cNvSpPr/>
              <p:nvPr/>
            </p:nvSpPr>
            <p:spPr>
              <a:xfrm>
                <a:off x="7362107" y="4525434"/>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29"/>
              <p:cNvSpPr/>
              <p:nvPr/>
            </p:nvSpPr>
            <p:spPr>
              <a:xfrm>
                <a:off x="7689517" y="4470883"/>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29"/>
              <p:cNvSpPr/>
              <p:nvPr/>
            </p:nvSpPr>
            <p:spPr>
              <a:xfrm>
                <a:off x="7634931" y="4470883"/>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29"/>
              <p:cNvSpPr/>
              <p:nvPr/>
            </p:nvSpPr>
            <p:spPr>
              <a:xfrm>
                <a:off x="7580344" y="4470883"/>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29"/>
              <p:cNvSpPr/>
              <p:nvPr/>
            </p:nvSpPr>
            <p:spPr>
              <a:xfrm>
                <a:off x="7525812" y="4470883"/>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29"/>
              <p:cNvSpPr/>
              <p:nvPr/>
            </p:nvSpPr>
            <p:spPr>
              <a:xfrm>
                <a:off x="7471226" y="4470883"/>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29"/>
              <p:cNvSpPr/>
              <p:nvPr/>
            </p:nvSpPr>
            <p:spPr>
              <a:xfrm>
                <a:off x="7416675" y="4470883"/>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29"/>
              <p:cNvSpPr/>
              <p:nvPr/>
            </p:nvSpPr>
            <p:spPr>
              <a:xfrm>
                <a:off x="7634931" y="441629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29"/>
              <p:cNvSpPr/>
              <p:nvPr/>
            </p:nvSpPr>
            <p:spPr>
              <a:xfrm>
                <a:off x="7580344" y="441629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29"/>
              <p:cNvSpPr/>
              <p:nvPr/>
            </p:nvSpPr>
            <p:spPr>
              <a:xfrm>
                <a:off x="7525812" y="441629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29"/>
              <p:cNvSpPr/>
              <p:nvPr/>
            </p:nvSpPr>
            <p:spPr>
              <a:xfrm>
                <a:off x="7471226" y="4416297"/>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29"/>
              <p:cNvSpPr/>
              <p:nvPr/>
            </p:nvSpPr>
            <p:spPr>
              <a:xfrm>
                <a:off x="7580344" y="4361728"/>
                <a:ext cx="54605" cy="54586"/>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29"/>
              <p:cNvSpPr/>
              <p:nvPr/>
            </p:nvSpPr>
            <p:spPr>
              <a:xfrm>
                <a:off x="7525812" y="4361728"/>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33" name="Google Shape;3833;p29"/>
          <p:cNvGrpSpPr/>
          <p:nvPr/>
        </p:nvGrpSpPr>
        <p:grpSpPr>
          <a:xfrm>
            <a:off x="3551838" y="1176332"/>
            <a:ext cx="709408" cy="545720"/>
            <a:chOff x="3563063" y="2666745"/>
            <a:chExt cx="709408" cy="545720"/>
          </a:xfrm>
        </p:grpSpPr>
        <p:grpSp>
          <p:nvGrpSpPr>
            <p:cNvPr id="3834" name="Google Shape;3834;p29"/>
            <p:cNvGrpSpPr/>
            <p:nvPr/>
          </p:nvGrpSpPr>
          <p:grpSpPr>
            <a:xfrm>
              <a:off x="3563063" y="2666745"/>
              <a:ext cx="709408" cy="545720"/>
              <a:chOff x="7225677" y="2670028"/>
              <a:chExt cx="709408" cy="545720"/>
            </a:xfrm>
          </p:grpSpPr>
          <p:sp>
            <p:nvSpPr>
              <p:cNvPr id="3835" name="Google Shape;3835;p29"/>
              <p:cNvSpPr/>
              <p:nvPr/>
            </p:nvSpPr>
            <p:spPr>
              <a:xfrm>
                <a:off x="7716811" y="3161144"/>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29"/>
              <p:cNvSpPr/>
              <p:nvPr/>
            </p:nvSpPr>
            <p:spPr>
              <a:xfrm>
                <a:off x="7389382" y="3161144"/>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29"/>
              <p:cNvSpPr/>
              <p:nvPr/>
            </p:nvSpPr>
            <p:spPr>
              <a:xfrm>
                <a:off x="7771361" y="3106576"/>
                <a:ext cx="54587"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29"/>
              <p:cNvSpPr/>
              <p:nvPr/>
            </p:nvSpPr>
            <p:spPr>
              <a:xfrm>
                <a:off x="7716811" y="310657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29"/>
              <p:cNvSpPr/>
              <p:nvPr/>
            </p:nvSpPr>
            <p:spPr>
              <a:xfrm>
                <a:off x="7662224" y="3106576"/>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29"/>
              <p:cNvSpPr/>
              <p:nvPr/>
            </p:nvSpPr>
            <p:spPr>
              <a:xfrm>
                <a:off x="7607638" y="3106576"/>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29"/>
              <p:cNvSpPr/>
              <p:nvPr/>
            </p:nvSpPr>
            <p:spPr>
              <a:xfrm>
                <a:off x="7553105" y="3106576"/>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29"/>
              <p:cNvSpPr/>
              <p:nvPr/>
            </p:nvSpPr>
            <p:spPr>
              <a:xfrm>
                <a:off x="7498519" y="3106576"/>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29"/>
              <p:cNvSpPr/>
              <p:nvPr/>
            </p:nvSpPr>
            <p:spPr>
              <a:xfrm>
                <a:off x="7443932" y="3106576"/>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29"/>
              <p:cNvSpPr/>
              <p:nvPr/>
            </p:nvSpPr>
            <p:spPr>
              <a:xfrm>
                <a:off x="7389382" y="310657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29"/>
              <p:cNvSpPr/>
              <p:nvPr/>
            </p:nvSpPr>
            <p:spPr>
              <a:xfrm>
                <a:off x="7334813" y="3106576"/>
                <a:ext cx="54587"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29"/>
              <p:cNvSpPr/>
              <p:nvPr/>
            </p:nvSpPr>
            <p:spPr>
              <a:xfrm>
                <a:off x="7771361" y="3052025"/>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29"/>
              <p:cNvSpPr/>
              <p:nvPr/>
            </p:nvSpPr>
            <p:spPr>
              <a:xfrm>
                <a:off x="7716811" y="305202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29"/>
              <p:cNvSpPr/>
              <p:nvPr/>
            </p:nvSpPr>
            <p:spPr>
              <a:xfrm>
                <a:off x="7662224" y="305202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29"/>
              <p:cNvSpPr/>
              <p:nvPr/>
            </p:nvSpPr>
            <p:spPr>
              <a:xfrm>
                <a:off x="7553105" y="305202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29"/>
              <p:cNvSpPr/>
              <p:nvPr/>
            </p:nvSpPr>
            <p:spPr>
              <a:xfrm>
                <a:off x="7498519" y="305202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29"/>
              <p:cNvSpPr/>
              <p:nvPr/>
            </p:nvSpPr>
            <p:spPr>
              <a:xfrm>
                <a:off x="7443932" y="305202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29"/>
              <p:cNvSpPr/>
              <p:nvPr/>
            </p:nvSpPr>
            <p:spPr>
              <a:xfrm>
                <a:off x="7389382" y="305202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29"/>
              <p:cNvSpPr/>
              <p:nvPr/>
            </p:nvSpPr>
            <p:spPr>
              <a:xfrm>
                <a:off x="7334813" y="3052025"/>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29"/>
              <p:cNvSpPr/>
              <p:nvPr/>
            </p:nvSpPr>
            <p:spPr>
              <a:xfrm>
                <a:off x="7716811" y="299743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29"/>
              <p:cNvSpPr/>
              <p:nvPr/>
            </p:nvSpPr>
            <p:spPr>
              <a:xfrm>
                <a:off x="7662224" y="299743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29"/>
              <p:cNvSpPr/>
              <p:nvPr/>
            </p:nvSpPr>
            <p:spPr>
              <a:xfrm>
                <a:off x="7607638" y="299743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29"/>
              <p:cNvSpPr/>
              <p:nvPr/>
            </p:nvSpPr>
            <p:spPr>
              <a:xfrm>
                <a:off x="7553105" y="299743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29"/>
              <p:cNvSpPr/>
              <p:nvPr/>
            </p:nvSpPr>
            <p:spPr>
              <a:xfrm>
                <a:off x="7498519" y="299743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29"/>
              <p:cNvSpPr/>
              <p:nvPr/>
            </p:nvSpPr>
            <p:spPr>
              <a:xfrm>
                <a:off x="7443932" y="299743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29"/>
              <p:cNvSpPr/>
              <p:nvPr/>
            </p:nvSpPr>
            <p:spPr>
              <a:xfrm>
                <a:off x="7389382" y="299743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29"/>
              <p:cNvSpPr/>
              <p:nvPr/>
            </p:nvSpPr>
            <p:spPr>
              <a:xfrm>
                <a:off x="7225677" y="299743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29"/>
              <p:cNvSpPr/>
              <p:nvPr/>
            </p:nvSpPr>
            <p:spPr>
              <a:xfrm>
                <a:off x="7880480" y="2942852"/>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29"/>
              <p:cNvSpPr/>
              <p:nvPr/>
            </p:nvSpPr>
            <p:spPr>
              <a:xfrm>
                <a:off x="7825929" y="2942852"/>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29"/>
              <p:cNvSpPr/>
              <p:nvPr/>
            </p:nvSpPr>
            <p:spPr>
              <a:xfrm>
                <a:off x="7771361" y="2942852"/>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29"/>
              <p:cNvSpPr/>
              <p:nvPr/>
            </p:nvSpPr>
            <p:spPr>
              <a:xfrm>
                <a:off x="7716811" y="294285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29"/>
              <p:cNvSpPr/>
              <p:nvPr/>
            </p:nvSpPr>
            <p:spPr>
              <a:xfrm>
                <a:off x="7662224" y="294285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29"/>
              <p:cNvSpPr/>
              <p:nvPr/>
            </p:nvSpPr>
            <p:spPr>
              <a:xfrm>
                <a:off x="7607638" y="294285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29"/>
              <p:cNvSpPr/>
              <p:nvPr/>
            </p:nvSpPr>
            <p:spPr>
              <a:xfrm>
                <a:off x="7553105" y="294285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29"/>
              <p:cNvSpPr/>
              <p:nvPr/>
            </p:nvSpPr>
            <p:spPr>
              <a:xfrm>
                <a:off x="7443932" y="294285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29"/>
              <p:cNvSpPr/>
              <p:nvPr/>
            </p:nvSpPr>
            <p:spPr>
              <a:xfrm>
                <a:off x="7389382" y="294285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29"/>
              <p:cNvSpPr/>
              <p:nvPr/>
            </p:nvSpPr>
            <p:spPr>
              <a:xfrm>
                <a:off x="7334813" y="2942852"/>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29"/>
              <p:cNvSpPr/>
              <p:nvPr/>
            </p:nvSpPr>
            <p:spPr>
              <a:xfrm>
                <a:off x="7280227" y="2942852"/>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29"/>
              <p:cNvSpPr/>
              <p:nvPr/>
            </p:nvSpPr>
            <p:spPr>
              <a:xfrm>
                <a:off x="7225677" y="294285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29"/>
              <p:cNvSpPr/>
              <p:nvPr/>
            </p:nvSpPr>
            <p:spPr>
              <a:xfrm>
                <a:off x="7880480" y="2888320"/>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29"/>
              <p:cNvSpPr/>
              <p:nvPr/>
            </p:nvSpPr>
            <p:spPr>
              <a:xfrm>
                <a:off x="7716811" y="2888320"/>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29"/>
              <p:cNvSpPr/>
              <p:nvPr/>
            </p:nvSpPr>
            <p:spPr>
              <a:xfrm>
                <a:off x="7607638" y="2888320"/>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29"/>
              <p:cNvSpPr/>
              <p:nvPr/>
            </p:nvSpPr>
            <p:spPr>
              <a:xfrm>
                <a:off x="7553105" y="2888320"/>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29"/>
              <p:cNvSpPr/>
              <p:nvPr/>
            </p:nvSpPr>
            <p:spPr>
              <a:xfrm>
                <a:off x="7443932" y="2888320"/>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29"/>
              <p:cNvSpPr/>
              <p:nvPr/>
            </p:nvSpPr>
            <p:spPr>
              <a:xfrm>
                <a:off x="7389382" y="2888320"/>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29"/>
              <p:cNvSpPr/>
              <p:nvPr/>
            </p:nvSpPr>
            <p:spPr>
              <a:xfrm>
                <a:off x="7771361" y="2833734"/>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29"/>
              <p:cNvSpPr/>
              <p:nvPr/>
            </p:nvSpPr>
            <p:spPr>
              <a:xfrm>
                <a:off x="7716811" y="283373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29"/>
              <p:cNvSpPr/>
              <p:nvPr/>
            </p:nvSpPr>
            <p:spPr>
              <a:xfrm>
                <a:off x="7607638" y="283373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29"/>
              <p:cNvSpPr/>
              <p:nvPr/>
            </p:nvSpPr>
            <p:spPr>
              <a:xfrm>
                <a:off x="7553105" y="2833734"/>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29"/>
              <p:cNvSpPr/>
              <p:nvPr/>
            </p:nvSpPr>
            <p:spPr>
              <a:xfrm>
                <a:off x="7443932" y="2833734"/>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29"/>
              <p:cNvSpPr/>
              <p:nvPr/>
            </p:nvSpPr>
            <p:spPr>
              <a:xfrm>
                <a:off x="7389382" y="283373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29"/>
              <p:cNvSpPr/>
              <p:nvPr/>
            </p:nvSpPr>
            <p:spPr>
              <a:xfrm>
                <a:off x="7334813" y="2833734"/>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29"/>
              <p:cNvSpPr/>
              <p:nvPr/>
            </p:nvSpPr>
            <p:spPr>
              <a:xfrm>
                <a:off x="7771361" y="2779147"/>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29"/>
              <p:cNvSpPr/>
              <p:nvPr/>
            </p:nvSpPr>
            <p:spPr>
              <a:xfrm>
                <a:off x="7716811" y="27791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29"/>
              <p:cNvSpPr/>
              <p:nvPr/>
            </p:nvSpPr>
            <p:spPr>
              <a:xfrm>
                <a:off x="7662224" y="27791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29"/>
              <p:cNvSpPr/>
              <p:nvPr/>
            </p:nvSpPr>
            <p:spPr>
              <a:xfrm>
                <a:off x="7607638" y="27791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29"/>
              <p:cNvSpPr/>
              <p:nvPr/>
            </p:nvSpPr>
            <p:spPr>
              <a:xfrm>
                <a:off x="7553105" y="2779147"/>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29"/>
              <p:cNvSpPr/>
              <p:nvPr/>
            </p:nvSpPr>
            <p:spPr>
              <a:xfrm>
                <a:off x="7498519" y="2779147"/>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29"/>
              <p:cNvSpPr/>
              <p:nvPr/>
            </p:nvSpPr>
            <p:spPr>
              <a:xfrm>
                <a:off x="7443932" y="2779147"/>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29"/>
              <p:cNvSpPr/>
              <p:nvPr/>
            </p:nvSpPr>
            <p:spPr>
              <a:xfrm>
                <a:off x="7389382" y="27791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29"/>
              <p:cNvSpPr/>
              <p:nvPr/>
            </p:nvSpPr>
            <p:spPr>
              <a:xfrm>
                <a:off x="7334813" y="2779147"/>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29"/>
              <p:cNvSpPr/>
              <p:nvPr/>
            </p:nvSpPr>
            <p:spPr>
              <a:xfrm>
                <a:off x="7771361" y="2724597"/>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29"/>
              <p:cNvSpPr/>
              <p:nvPr/>
            </p:nvSpPr>
            <p:spPr>
              <a:xfrm>
                <a:off x="7662224" y="2724597"/>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29"/>
              <p:cNvSpPr/>
              <p:nvPr/>
            </p:nvSpPr>
            <p:spPr>
              <a:xfrm>
                <a:off x="7443932" y="2724597"/>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29"/>
              <p:cNvSpPr/>
              <p:nvPr/>
            </p:nvSpPr>
            <p:spPr>
              <a:xfrm>
                <a:off x="7334813" y="2724597"/>
                <a:ext cx="54587"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29"/>
              <p:cNvSpPr/>
              <p:nvPr/>
            </p:nvSpPr>
            <p:spPr>
              <a:xfrm>
                <a:off x="7771361" y="2670028"/>
                <a:ext cx="54587"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29"/>
              <p:cNvSpPr/>
              <p:nvPr/>
            </p:nvSpPr>
            <p:spPr>
              <a:xfrm>
                <a:off x="7716811" y="2670028"/>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29"/>
              <p:cNvSpPr/>
              <p:nvPr/>
            </p:nvSpPr>
            <p:spPr>
              <a:xfrm>
                <a:off x="7662224" y="2670028"/>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29"/>
              <p:cNvSpPr/>
              <p:nvPr/>
            </p:nvSpPr>
            <p:spPr>
              <a:xfrm>
                <a:off x="7443932" y="2670028"/>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29"/>
              <p:cNvSpPr/>
              <p:nvPr/>
            </p:nvSpPr>
            <p:spPr>
              <a:xfrm>
                <a:off x="7389382" y="2670028"/>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29"/>
              <p:cNvSpPr/>
              <p:nvPr/>
            </p:nvSpPr>
            <p:spPr>
              <a:xfrm>
                <a:off x="7334813" y="2670028"/>
                <a:ext cx="54587"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6" name="Google Shape;3906;p29"/>
            <p:cNvSpPr/>
            <p:nvPr/>
          </p:nvSpPr>
          <p:spPr>
            <a:xfrm>
              <a:off x="3796275" y="2812250"/>
              <a:ext cx="285300" cy="318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7" name="Google Shape;3907;p29"/>
            <p:cNvGrpSpPr/>
            <p:nvPr/>
          </p:nvGrpSpPr>
          <p:grpSpPr>
            <a:xfrm>
              <a:off x="3563063" y="2666745"/>
              <a:ext cx="709408" cy="545720"/>
              <a:chOff x="7225677" y="2670028"/>
              <a:chExt cx="709408" cy="545720"/>
            </a:xfrm>
          </p:grpSpPr>
          <p:sp>
            <p:nvSpPr>
              <p:cNvPr id="3908" name="Google Shape;3908;p29"/>
              <p:cNvSpPr/>
              <p:nvPr/>
            </p:nvSpPr>
            <p:spPr>
              <a:xfrm>
                <a:off x="7716811" y="316114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29"/>
              <p:cNvSpPr/>
              <p:nvPr/>
            </p:nvSpPr>
            <p:spPr>
              <a:xfrm>
                <a:off x="7389382" y="316114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29"/>
              <p:cNvSpPr/>
              <p:nvPr/>
            </p:nvSpPr>
            <p:spPr>
              <a:xfrm>
                <a:off x="7771361" y="3106576"/>
                <a:ext cx="54587"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29"/>
              <p:cNvSpPr/>
              <p:nvPr/>
            </p:nvSpPr>
            <p:spPr>
              <a:xfrm>
                <a:off x="7716811" y="3106576"/>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29"/>
              <p:cNvSpPr/>
              <p:nvPr/>
            </p:nvSpPr>
            <p:spPr>
              <a:xfrm>
                <a:off x="7662224" y="3106576"/>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29"/>
              <p:cNvSpPr/>
              <p:nvPr/>
            </p:nvSpPr>
            <p:spPr>
              <a:xfrm>
                <a:off x="7607638" y="3106576"/>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29"/>
              <p:cNvSpPr/>
              <p:nvPr/>
            </p:nvSpPr>
            <p:spPr>
              <a:xfrm>
                <a:off x="7553105" y="3106576"/>
                <a:ext cx="54550" cy="54587"/>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29"/>
              <p:cNvSpPr/>
              <p:nvPr/>
            </p:nvSpPr>
            <p:spPr>
              <a:xfrm>
                <a:off x="7498519" y="3106576"/>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29"/>
              <p:cNvSpPr/>
              <p:nvPr/>
            </p:nvSpPr>
            <p:spPr>
              <a:xfrm>
                <a:off x="7443932" y="3106576"/>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29"/>
              <p:cNvSpPr/>
              <p:nvPr/>
            </p:nvSpPr>
            <p:spPr>
              <a:xfrm>
                <a:off x="7389382" y="3106576"/>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29"/>
              <p:cNvSpPr/>
              <p:nvPr/>
            </p:nvSpPr>
            <p:spPr>
              <a:xfrm>
                <a:off x="7334813" y="3106576"/>
                <a:ext cx="54587"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29"/>
              <p:cNvSpPr/>
              <p:nvPr/>
            </p:nvSpPr>
            <p:spPr>
              <a:xfrm>
                <a:off x="7771361" y="3052025"/>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29"/>
              <p:cNvSpPr/>
              <p:nvPr/>
            </p:nvSpPr>
            <p:spPr>
              <a:xfrm>
                <a:off x="7716811" y="305202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29"/>
              <p:cNvSpPr/>
              <p:nvPr/>
            </p:nvSpPr>
            <p:spPr>
              <a:xfrm>
                <a:off x="7662224" y="305202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29"/>
              <p:cNvSpPr/>
              <p:nvPr/>
            </p:nvSpPr>
            <p:spPr>
              <a:xfrm>
                <a:off x="7553105" y="3052025"/>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29"/>
              <p:cNvSpPr/>
              <p:nvPr/>
            </p:nvSpPr>
            <p:spPr>
              <a:xfrm>
                <a:off x="7498519" y="305202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29"/>
              <p:cNvSpPr/>
              <p:nvPr/>
            </p:nvSpPr>
            <p:spPr>
              <a:xfrm>
                <a:off x="7443932" y="305202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29"/>
              <p:cNvSpPr/>
              <p:nvPr/>
            </p:nvSpPr>
            <p:spPr>
              <a:xfrm>
                <a:off x="7389382" y="305202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29"/>
              <p:cNvSpPr/>
              <p:nvPr/>
            </p:nvSpPr>
            <p:spPr>
              <a:xfrm>
                <a:off x="7334813" y="3052025"/>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29"/>
              <p:cNvSpPr/>
              <p:nvPr/>
            </p:nvSpPr>
            <p:spPr>
              <a:xfrm>
                <a:off x="7716811" y="299743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29"/>
              <p:cNvSpPr/>
              <p:nvPr/>
            </p:nvSpPr>
            <p:spPr>
              <a:xfrm>
                <a:off x="7662224" y="299743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29"/>
              <p:cNvSpPr/>
              <p:nvPr/>
            </p:nvSpPr>
            <p:spPr>
              <a:xfrm>
                <a:off x="7607638" y="299743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29"/>
              <p:cNvSpPr/>
              <p:nvPr/>
            </p:nvSpPr>
            <p:spPr>
              <a:xfrm>
                <a:off x="7553105" y="2997439"/>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29"/>
              <p:cNvSpPr/>
              <p:nvPr/>
            </p:nvSpPr>
            <p:spPr>
              <a:xfrm>
                <a:off x="7498519" y="2997439"/>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29"/>
              <p:cNvSpPr/>
              <p:nvPr/>
            </p:nvSpPr>
            <p:spPr>
              <a:xfrm>
                <a:off x="7443932" y="2997439"/>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29"/>
              <p:cNvSpPr/>
              <p:nvPr/>
            </p:nvSpPr>
            <p:spPr>
              <a:xfrm>
                <a:off x="7389382" y="299743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29"/>
              <p:cNvSpPr/>
              <p:nvPr/>
            </p:nvSpPr>
            <p:spPr>
              <a:xfrm>
                <a:off x="7225677" y="299743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29"/>
              <p:cNvSpPr/>
              <p:nvPr/>
            </p:nvSpPr>
            <p:spPr>
              <a:xfrm>
                <a:off x="7880480" y="2942852"/>
                <a:ext cx="54605" cy="54605"/>
              </a:xfrm>
              <a:custGeom>
                <a:rect b="b" l="l" r="r" t="t"/>
                <a:pathLst>
                  <a:path extrusionOk="0" h="3021" w="3021">
                    <a:moveTo>
                      <a:pt x="1" y="1"/>
                    </a:moveTo>
                    <a:lnTo>
                      <a:pt x="1"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29"/>
              <p:cNvSpPr/>
              <p:nvPr/>
            </p:nvSpPr>
            <p:spPr>
              <a:xfrm>
                <a:off x="7825929" y="2942852"/>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29"/>
              <p:cNvSpPr/>
              <p:nvPr/>
            </p:nvSpPr>
            <p:spPr>
              <a:xfrm>
                <a:off x="7771361" y="2942852"/>
                <a:ext cx="54587"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29"/>
              <p:cNvSpPr/>
              <p:nvPr/>
            </p:nvSpPr>
            <p:spPr>
              <a:xfrm>
                <a:off x="7716811" y="294285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29"/>
              <p:cNvSpPr/>
              <p:nvPr/>
            </p:nvSpPr>
            <p:spPr>
              <a:xfrm>
                <a:off x="7662224" y="294285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29"/>
              <p:cNvSpPr/>
              <p:nvPr/>
            </p:nvSpPr>
            <p:spPr>
              <a:xfrm>
                <a:off x="7607638" y="294285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29"/>
              <p:cNvSpPr/>
              <p:nvPr/>
            </p:nvSpPr>
            <p:spPr>
              <a:xfrm>
                <a:off x="7553105" y="2942852"/>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29"/>
              <p:cNvSpPr/>
              <p:nvPr/>
            </p:nvSpPr>
            <p:spPr>
              <a:xfrm>
                <a:off x="7443932" y="2942852"/>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29"/>
              <p:cNvSpPr/>
              <p:nvPr/>
            </p:nvSpPr>
            <p:spPr>
              <a:xfrm>
                <a:off x="7389382" y="2942852"/>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29"/>
              <p:cNvSpPr/>
              <p:nvPr/>
            </p:nvSpPr>
            <p:spPr>
              <a:xfrm>
                <a:off x="7334813" y="2942852"/>
                <a:ext cx="54587"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29"/>
              <p:cNvSpPr/>
              <p:nvPr/>
            </p:nvSpPr>
            <p:spPr>
              <a:xfrm>
                <a:off x="7280227" y="2942852"/>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29"/>
              <p:cNvSpPr/>
              <p:nvPr/>
            </p:nvSpPr>
            <p:spPr>
              <a:xfrm>
                <a:off x="7225677" y="294285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29"/>
              <p:cNvSpPr/>
              <p:nvPr/>
            </p:nvSpPr>
            <p:spPr>
              <a:xfrm>
                <a:off x="7880480" y="2888320"/>
                <a:ext cx="54605" cy="54550"/>
              </a:xfrm>
              <a:custGeom>
                <a:rect b="b" l="l" r="r" t="t"/>
                <a:pathLst>
                  <a:path extrusionOk="0" h="3018" w="3021">
                    <a:moveTo>
                      <a:pt x="1" y="0"/>
                    </a:moveTo>
                    <a:lnTo>
                      <a:pt x="1"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29"/>
              <p:cNvSpPr/>
              <p:nvPr/>
            </p:nvSpPr>
            <p:spPr>
              <a:xfrm>
                <a:off x="7716811" y="2888320"/>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29"/>
              <p:cNvSpPr/>
              <p:nvPr/>
            </p:nvSpPr>
            <p:spPr>
              <a:xfrm>
                <a:off x="7607638" y="2888320"/>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29"/>
              <p:cNvSpPr/>
              <p:nvPr/>
            </p:nvSpPr>
            <p:spPr>
              <a:xfrm>
                <a:off x="7553105" y="2888320"/>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29"/>
              <p:cNvSpPr/>
              <p:nvPr/>
            </p:nvSpPr>
            <p:spPr>
              <a:xfrm>
                <a:off x="7443932" y="2888320"/>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29"/>
              <p:cNvSpPr/>
              <p:nvPr/>
            </p:nvSpPr>
            <p:spPr>
              <a:xfrm>
                <a:off x="7389382" y="2888320"/>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29"/>
              <p:cNvSpPr/>
              <p:nvPr/>
            </p:nvSpPr>
            <p:spPr>
              <a:xfrm>
                <a:off x="7771361" y="2833734"/>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29"/>
              <p:cNvSpPr/>
              <p:nvPr/>
            </p:nvSpPr>
            <p:spPr>
              <a:xfrm>
                <a:off x="7716811" y="2833734"/>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29"/>
              <p:cNvSpPr/>
              <p:nvPr/>
            </p:nvSpPr>
            <p:spPr>
              <a:xfrm>
                <a:off x="7607638" y="2833734"/>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29"/>
              <p:cNvSpPr/>
              <p:nvPr/>
            </p:nvSpPr>
            <p:spPr>
              <a:xfrm>
                <a:off x="7553105" y="2833734"/>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29"/>
              <p:cNvSpPr/>
              <p:nvPr/>
            </p:nvSpPr>
            <p:spPr>
              <a:xfrm>
                <a:off x="7443932" y="2833734"/>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29"/>
              <p:cNvSpPr/>
              <p:nvPr/>
            </p:nvSpPr>
            <p:spPr>
              <a:xfrm>
                <a:off x="7389382" y="2833734"/>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29"/>
              <p:cNvSpPr/>
              <p:nvPr/>
            </p:nvSpPr>
            <p:spPr>
              <a:xfrm>
                <a:off x="7334813" y="2833734"/>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29"/>
              <p:cNvSpPr/>
              <p:nvPr/>
            </p:nvSpPr>
            <p:spPr>
              <a:xfrm>
                <a:off x="7771361" y="2779147"/>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29"/>
              <p:cNvSpPr/>
              <p:nvPr/>
            </p:nvSpPr>
            <p:spPr>
              <a:xfrm>
                <a:off x="7716811" y="27791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29"/>
              <p:cNvSpPr/>
              <p:nvPr/>
            </p:nvSpPr>
            <p:spPr>
              <a:xfrm>
                <a:off x="7662224" y="2779147"/>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29"/>
              <p:cNvSpPr/>
              <p:nvPr/>
            </p:nvSpPr>
            <p:spPr>
              <a:xfrm>
                <a:off x="7607638" y="2779147"/>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29"/>
              <p:cNvSpPr/>
              <p:nvPr/>
            </p:nvSpPr>
            <p:spPr>
              <a:xfrm>
                <a:off x="7553105" y="2779147"/>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29"/>
              <p:cNvSpPr/>
              <p:nvPr/>
            </p:nvSpPr>
            <p:spPr>
              <a:xfrm>
                <a:off x="7498519" y="2779147"/>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29"/>
              <p:cNvSpPr/>
              <p:nvPr/>
            </p:nvSpPr>
            <p:spPr>
              <a:xfrm>
                <a:off x="7443932" y="2779147"/>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29"/>
              <p:cNvSpPr/>
              <p:nvPr/>
            </p:nvSpPr>
            <p:spPr>
              <a:xfrm>
                <a:off x="7389382" y="27791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29"/>
              <p:cNvSpPr/>
              <p:nvPr/>
            </p:nvSpPr>
            <p:spPr>
              <a:xfrm>
                <a:off x="7334813" y="2779147"/>
                <a:ext cx="54587"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29"/>
              <p:cNvSpPr/>
              <p:nvPr/>
            </p:nvSpPr>
            <p:spPr>
              <a:xfrm>
                <a:off x="7771361" y="2724597"/>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29"/>
              <p:cNvSpPr/>
              <p:nvPr/>
            </p:nvSpPr>
            <p:spPr>
              <a:xfrm>
                <a:off x="7662224" y="2724597"/>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29"/>
              <p:cNvSpPr/>
              <p:nvPr/>
            </p:nvSpPr>
            <p:spPr>
              <a:xfrm>
                <a:off x="7443932" y="2724597"/>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29"/>
              <p:cNvSpPr/>
              <p:nvPr/>
            </p:nvSpPr>
            <p:spPr>
              <a:xfrm>
                <a:off x="7334813" y="2724597"/>
                <a:ext cx="54587"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29"/>
              <p:cNvSpPr/>
              <p:nvPr/>
            </p:nvSpPr>
            <p:spPr>
              <a:xfrm>
                <a:off x="7771361" y="2670028"/>
                <a:ext cx="54587"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29"/>
              <p:cNvSpPr/>
              <p:nvPr/>
            </p:nvSpPr>
            <p:spPr>
              <a:xfrm>
                <a:off x="7716811" y="2670028"/>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29"/>
              <p:cNvSpPr/>
              <p:nvPr/>
            </p:nvSpPr>
            <p:spPr>
              <a:xfrm>
                <a:off x="7662224" y="2670028"/>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29"/>
              <p:cNvSpPr/>
              <p:nvPr/>
            </p:nvSpPr>
            <p:spPr>
              <a:xfrm>
                <a:off x="7443932" y="2670028"/>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29"/>
              <p:cNvSpPr/>
              <p:nvPr/>
            </p:nvSpPr>
            <p:spPr>
              <a:xfrm>
                <a:off x="7389382" y="2670028"/>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29"/>
              <p:cNvSpPr/>
              <p:nvPr/>
            </p:nvSpPr>
            <p:spPr>
              <a:xfrm>
                <a:off x="7334813" y="2670028"/>
                <a:ext cx="54587"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79" name="Google Shape;3979;p29"/>
          <p:cNvSpPr txBox="1"/>
          <p:nvPr>
            <p:ph idx="4294967295" type="subTitle"/>
          </p:nvPr>
        </p:nvSpPr>
        <p:spPr>
          <a:xfrm>
            <a:off x="387900" y="1798925"/>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Movement</a:t>
            </a:r>
            <a:endParaRPr sz="2500">
              <a:solidFill>
                <a:schemeClr val="accent3"/>
              </a:solidFill>
            </a:endParaRPr>
          </a:p>
          <a:p>
            <a:pPr indent="0" lvl="0" marL="0" rtl="0" algn="ctr">
              <a:spcBef>
                <a:spcPts val="0"/>
              </a:spcBef>
              <a:spcAft>
                <a:spcPts val="0"/>
              </a:spcAft>
              <a:buNone/>
            </a:pPr>
            <a:r>
              <a:rPr lang="en" sz="2500">
                <a:solidFill>
                  <a:schemeClr val="accent3"/>
                </a:solidFill>
              </a:rPr>
              <a:t>System</a:t>
            </a:r>
            <a:endParaRPr sz="2500">
              <a:solidFill>
                <a:schemeClr val="accent3"/>
              </a:solidFill>
            </a:endParaRPr>
          </a:p>
        </p:txBody>
      </p:sp>
      <p:sp>
        <p:nvSpPr>
          <p:cNvPr id="3980" name="Google Shape;3980;p29"/>
          <p:cNvSpPr txBox="1"/>
          <p:nvPr>
            <p:ph idx="4294967295" type="subTitle"/>
          </p:nvPr>
        </p:nvSpPr>
        <p:spPr>
          <a:xfrm>
            <a:off x="2961250" y="1798925"/>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Combat</a:t>
            </a:r>
            <a:endParaRPr sz="2500">
              <a:solidFill>
                <a:schemeClr val="accent3"/>
              </a:solidFill>
            </a:endParaRPr>
          </a:p>
          <a:p>
            <a:pPr indent="0" lvl="0" marL="0" rtl="0" algn="ctr">
              <a:spcBef>
                <a:spcPts val="0"/>
              </a:spcBef>
              <a:spcAft>
                <a:spcPts val="0"/>
              </a:spcAft>
              <a:buNone/>
            </a:pPr>
            <a:r>
              <a:rPr lang="en" sz="2500">
                <a:solidFill>
                  <a:schemeClr val="accent3"/>
                </a:solidFill>
              </a:rPr>
              <a:t>System</a:t>
            </a:r>
            <a:endParaRPr sz="2500">
              <a:solidFill>
                <a:schemeClr val="accent3"/>
              </a:solidFill>
            </a:endParaRPr>
          </a:p>
        </p:txBody>
      </p:sp>
      <p:sp>
        <p:nvSpPr>
          <p:cNvPr id="3981" name="Google Shape;3981;p29"/>
          <p:cNvSpPr txBox="1"/>
          <p:nvPr>
            <p:ph idx="4294967295" type="subTitle"/>
          </p:nvPr>
        </p:nvSpPr>
        <p:spPr>
          <a:xfrm>
            <a:off x="5674250" y="1787562"/>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Item</a:t>
            </a:r>
            <a:endParaRPr sz="2500">
              <a:solidFill>
                <a:schemeClr val="accent3"/>
              </a:solidFill>
            </a:endParaRPr>
          </a:p>
          <a:p>
            <a:pPr indent="0" lvl="0" marL="0" rtl="0" algn="ctr">
              <a:spcBef>
                <a:spcPts val="0"/>
              </a:spcBef>
              <a:spcAft>
                <a:spcPts val="0"/>
              </a:spcAft>
              <a:buNone/>
            </a:pPr>
            <a:r>
              <a:rPr lang="en" sz="2500">
                <a:solidFill>
                  <a:schemeClr val="accent3"/>
                </a:solidFill>
              </a:rPr>
              <a:t>System</a:t>
            </a:r>
            <a:endParaRPr sz="2500">
              <a:solidFill>
                <a:schemeClr val="accent3"/>
              </a:solidFill>
            </a:endParaRPr>
          </a:p>
        </p:txBody>
      </p:sp>
      <p:sp>
        <p:nvSpPr>
          <p:cNvPr id="3982" name="Google Shape;3982;p29"/>
          <p:cNvSpPr txBox="1"/>
          <p:nvPr>
            <p:ph idx="4294967295" type="subTitle"/>
          </p:nvPr>
        </p:nvSpPr>
        <p:spPr>
          <a:xfrm>
            <a:off x="1626175" y="3690500"/>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Door</a:t>
            </a:r>
            <a:endParaRPr sz="2500">
              <a:solidFill>
                <a:schemeClr val="accent3"/>
              </a:solidFill>
            </a:endParaRPr>
          </a:p>
          <a:p>
            <a:pPr indent="0" lvl="0" marL="0" rtl="0" algn="ctr">
              <a:spcBef>
                <a:spcPts val="0"/>
              </a:spcBef>
              <a:spcAft>
                <a:spcPts val="0"/>
              </a:spcAft>
              <a:buNone/>
            </a:pPr>
            <a:r>
              <a:rPr lang="en" sz="2500">
                <a:solidFill>
                  <a:schemeClr val="accent3"/>
                </a:solidFill>
              </a:rPr>
              <a:t>System</a:t>
            </a:r>
            <a:endParaRPr sz="2500">
              <a:solidFill>
                <a:schemeClr val="accent3"/>
              </a:solidFill>
            </a:endParaRPr>
          </a:p>
        </p:txBody>
      </p:sp>
      <p:sp>
        <p:nvSpPr>
          <p:cNvPr id="3983" name="Google Shape;3983;p29"/>
          <p:cNvSpPr txBox="1"/>
          <p:nvPr>
            <p:ph idx="4294967295" type="subTitle"/>
          </p:nvPr>
        </p:nvSpPr>
        <p:spPr>
          <a:xfrm>
            <a:off x="4325650" y="3690500"/>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Render</a:t>
            </a:r>
            <a:endParaRPr sz="2500">
              <a:solidFill>
                <a:schemeClr val="accent3"/>
              </a:solidFill>
            </a:endParaRPr>
          </a:p>
          <a:p>
            <a:pPr indent="0" lvl="0" marL="0" rtl="0" algn="ctr">
              <a:spcBef>
                <a:spcPts val="0"/>
              </a:spcBef>
              <a:spcAft>
                <a:spcPts val="0"/>
              </a:spcAft>
              <a:buNone/>
            </a:pPr>
            <a:r>
              <a:rPr lang="en" sz="2500">
                <a:solidFill>
                  <a:schemeClr val="accent3"/>
                </a:solidFill>
              </a:rPr>
              <a:t>System</a:t>
            </a:r>
            <a:endParaRPr sz="2500">
              <a:solidFill>
                <a:schemeClr val="accent3"/>
              </a:solidFill>
            </a:endParaRPr>
          </a:p>
        </p:txBody>
      </p:sp>
      <p:sp>
        <p:nvSpPr>
          <p:cNvPr id="3984" name="Google Shape;3984;p29"/>
          <p:cNvSpPr txBox="1"/>
          <p:nvPr>
            <p:ph idx="4294967295" type="subTitle"/>
          </p:nvPr>
        </p:nvSpPr>
        <p:spPr>
          <a:xfrm>
            <a:off x="6831300" y="3709315"/>
            <a:ext cx="2099700" cy="6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chemeClr val="accent3"/>
                </a:solidFill>
              </a:rPr>
              <a:t>Game</a:t>
            </a:r>
            <a:endParaRPr sz="2500">
              <a:solidFill>
                <a:schemeClr val="accent3"/>
              </a:solidFill>
            </a:endParaRPr>
          </a:p>
          <a:p>
            <a:pPr indent="0" lvl="0" marL="0" rtl="0" algn="ctr">
              <a:spcBef>
                <a:spcPts val="0"/>
              </a:spcBef>
              <a:spcAft>
                <a:spcPts val="0"/>
              </a:spcAft>
              <a:buNone/>
            </a:pPr>
            <a:r>
              <a:rPr lang="en" sz="2500">
                <a:solidFill>
                  <a:schemeClr val="accent3"/>
                </a:solidFill>
              </a:rPr>
              <a:t>Context</a:t>
            </a:r>
            <a:endParaRPr sz="2500">
              <a:solidFill>
                <a:schemeClr val="accent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88" name="Shape 3988"/>
        <p:cNvGrpSpPr/>
        <p:nvPr/>
      </p:nvGrpSpPr>
      <p:grpSpPr>
        <a:xfrm>
          <a:off x="0" y="0"/>
          <a:ext cx="0" cy="0"/>
          <a:chOff x="0" y="0"/>
          <a:chExt cx="0" cy="0"/>
        </a:xfrm>
      </p:grpSpPr>
      <p:grpSp>
        <p:nvGrpSpPr>
          <p:cNvPr id="3989" name="Google Shape;3989;p30"/>
          <p:cNvGrpSpPr/>
          <p:nvPr/>
        </p:nvGrpSpPr>
        <p:grpSpPr>
          <a:xfrm>
            <a:off x="7619516" y="3343045"/>
            <a:ext cx="600271" cy="545702"/>
            <a:chOff x="983041" y="1749595"/>
            <a:chExt cx="600271" cy="545702"/>
          </a:xfrm>
        </p:grpSpPr>
        <p:sp>
          <p:nvSpPr>
            <p:cNvPr id="3990" name="Google Shape;3990;p30"/>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0"/>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30"/>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30"/>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30"/>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0"/>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0"/>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0"/>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0"/>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0"/>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30"/>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30"/>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0"/>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0"/>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0"/>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0"/>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30"/>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30"/>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0"/>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0"/>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0"/>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0"/>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0"/>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0"/>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0"/>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30"/>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30"/>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0"/>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0"/>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0"/>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0"/>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0"/>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0"/>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0"/>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30"/>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30"/>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30"/>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0"/>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0"/>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0"/>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0"/>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30"/>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30"/>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30"/>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30"/>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30"/>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30"/>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30"/>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30"/>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30"/>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30"/>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30"/>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30"/>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30"/>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30"/>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45" name="Google Shape;4045;p30"/>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6" name="Google Shape;4046;p30"/>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30"/>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30"/>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30"/>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30"/>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30"/>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2" name="Google Shape;4052;p30"/>
          <p:cNvGrpSpPr/>
          <p:nvPr/>
        </p:nvGrpSpPr>
        <p:grpSpPr>
          <a:xfrm>
            <a:off x="3419735" y="294423"/>
            <a:ext cx="491152" cy="491152"/>
            <a:chOff x="3419735" y="294423"/>
            <a:chExt cx="491152" cy="491152"/>
          </a:xfrm>
        </p:grpSpPr>
        <p:grpSp>
          <p:nvGrpSpPr>
            <p:cNvPr id="4053" name="Google Shape;4053;p30"/>
            <p:cNvGrpSpPr/>
            <p:nvPr/>
          </p:nvGrpSpPr>
          <p:grpSpPr>
            <a:xfrm>
              <a:off x="3419735" y="294423"/>
              <a:ext cx="491152" cy="491152"/>
              <a:chOff x="1037610" y="705511"/>
              <a:chExt cx="491152" cy="491152"/>
            </a:xfrm>
          </p:grpSpPr>
          <p:sp>
            <p:nvSpPr>
              <p:cNvPr id="4054" name="Google Shape;4054;p30"/>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30"/>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30"/>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30"/>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30"/>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30"/>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30"/>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30"/>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30"/>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30"/>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30"/>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30"/>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30"/>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30"/>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30"/>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30"/>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30"/>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30"/>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30"/>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30"/>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30"/>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30"/>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30"/>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30"/>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30"/>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30"/>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30"/>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30"/>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30"/>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30"/>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30"/>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30"/>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30"/>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30"/>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30"/>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30"/>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30"/>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30"/>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30"/>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30"/>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4" name="Google Shape;4094;p30"/>
            <p:cNvGrpSpPr/>
            <p:nvPr/>
          </p:nvGrpSpPr>
          <p:grpSpPr>
            <a:xfrm>
              <a:off x="3419735" y="294423"/>
              <a:ext cx="491152" cy="491152"/>
              <a:chOff x="1037610" y="705511"/>
              <a:chExt cx="491152" cy="491152"/>
            </a:xfrm>
          </p:grpSpPr>
          <p:sp>
            <p:nvSpPr>
              <p:cNvPr id="4095" name="Google Shape;4095;p30"/>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30"/>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30"/>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30"/>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30"/>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30"/>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30"/>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30"/>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30"/>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30"/>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30"/>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30"/>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30"/>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30"/>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30"/>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30"/>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30"/>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30"/>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30"/>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30"/>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30"/>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30"/>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30"/>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30"/>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30"/>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30"/>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30"/>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30"/>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30"/>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30"/>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30"/>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30"/>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30"/>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30"/>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30"/>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30"/>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30"/>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30"/>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30"/>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30"/>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5" name="Google Shape;4135;p30"/>
          <p:cNvGrpSpPr/>
          <p:nvPr/>
        </p:nvGrpSpPr>
        <p:grpSpPr>
          <a:xfrm>
            <a:off x="7030325" y="4135513"/>
            <a:ext cx="178225" cy="178225"/>
            <a:chOff x="6772475" y="3811500"/>
            <a:chExt cx="178225" cy="178225"/>
          </a:xfrm>
        </p:grpSpPr>
        <p:sp>
          <p:nvSpPr>
            <p:cNvPr id="4136" name="Google Shape;4136;p3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3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3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3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3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1" name="Google Shape;4141;p30"/>
          <p:cNvGrpSpPr/>
          <p:nvPr/>
        </p:nvGrpSpPr>
        <p:grpSpPr>
          <a:xfrm>
            <a:off x="1633900" y="735075"/>
            <a:ext cx="178225" cy="178225"/>
            <a:chOff x="6772475" y="3811500"/>
            <a:chExt cx="178225" cy="178225"/>
          </a:xfrm>
        </p:grpSpPr>
        <p:sp>
          <p:nvSpPr>
            <p:cNvPr id="4142" name="Google Shape;4142;p3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3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3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3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3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7" name="Google Shape;4147;p30"/>
          <p:cNvGrpSpPr/>
          <p:nvPr/>
        </p:nvGrpSpPr>
        <p:grpSpPr>
          <a:xfrm>
            <a:off x="801366" y="3598941"/>
            <a:ext cx="600271" cy="491134"/>
            <a:chOff x="801366" y="3598941"/>
            <a:chExt cx="600271" cy="491134"/>
          </a:xfrm>
        </p:grpSpPr>
        <p:sp>
          <p:nvSpPr>
            <p:cNvPr id="4148" name="Google Shape;4148;p30"/>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30"/>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30"/>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30"/>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30"/>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30"/>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30"/>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30"/>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30"/>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30"/>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30"/>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30"/>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30"/>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30"/>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30"/>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30"/>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30"/>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30"/>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30"/>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30"/>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30"/>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30"/>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30"/>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30"/>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30"/>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30"/>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30"/>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30"/>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30"/>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30"/>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30"/>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30"/>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30"/>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30"/>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30"/>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30"/>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30"/>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30"/>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30"/>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30"/>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30"/>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30"/>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30"/>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30"/>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30"/>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30"/>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30"/>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30"/>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30"/>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30"/>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30"/>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30"/>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30"/>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1" name="Google Shape;4201;p30"/>
            <p:cNvGrpSpPr/>
            <p:nvPr/>
          </p:nvGrpSpPr>
          <p:grpSpPr>
            <a:xfrm>
              <a:off x="801366" y="3598941"/>
              <a:ext cx="600271" cy="491134"/>
              <a:chOff x="983041" y="3919553"/>
              <a:chExt cx="600271" cy="491134"/>
            </a:xfrm>
          </p:grpSpPr>
          <p:sp>
            <p:nvSpPr>
              <p:cNvPr id="4202" name="Google Shape;4202;p30"/>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30"/>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30"/>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30"/>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30"/>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30"/>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30"/>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30"/>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30"/>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30"/>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30"/>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30"/>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30"/>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30"/>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30"/>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30"/>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30"/>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30"/>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30"/>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30"/>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30"/>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30"/>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30"/>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30"/>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30"/>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30"/>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30"/>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30"/>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30"/>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30"/>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30"/>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30"/>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30"/>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30"/>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30"/>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30"/>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30"/>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30"/>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30"/>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30"/>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30"/>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30"/>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30"/>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30"/>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30"/>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30"/>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30"/>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30"/>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30"/>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30"/>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30"/>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30"/>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30"/>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30"/>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30"/>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30"/>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58" name="Google Shape;4258;p30"/>
          <p:cNvGrpSpPr/>
          <p:nvPr/>
        </p:nvGrpSpPr>
        <p:grpSpPr>
          <a:xfrm>
            <a:off x="5480575" y="649425"/>
            <a:ext cx="178225" cy="178225"/>
            <a:chOff x="6772475" y="3811500"/>
            <a:chExt cx="178225" cy="178225"/>
          </a:xfrm>
        </p:grpSpPr>
        <p:sp>
          <p:nvSpPr>
            <p:cNvPr id="4259" name="Google Shape;4259;p30"/>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30"/>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30"/>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30"/>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30"/>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64" name="Google Shape;4264;p30"/>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30"/>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6" name="Google Shape;4266;p30"/>
          <p:cNvGrpSpPr/>
          <p:nvPr/>
        </p:nvGrpSpPr>
        <p:grpSpPr>
          <a:xfrm>
            <a:off x="7619516" y="3343045"/>
            <a:ext cx="600271" cy="545702"/>
            <a:chOff x="983041" y="1749595"/>
            <a:chExt cx="600271" cy="545702"/>
          </a:xfrm>
        </p:grpSpPr>
        <p:sp>
          <p:nvSpPr>
            <p:cNvPr id="4267" name="Google Shape;4267;p30"/>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30"/>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30"/>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30"/>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30"/>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30"/>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30"/>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30"/>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30"/>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30"/>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30"/>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30"/>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30"/>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30"/>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30"/>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30"/>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30"/>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30"/>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30"/>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30"/>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30"/>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30"/>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30"/>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30"/>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30"/>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30"/>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30"/>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30"/>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30"/>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30"/>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30"/>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30"/>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30"/>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30"/>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30"/>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30"/>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30"/>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30"/>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30"/>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30"/>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30"/>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30"/>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30"/>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30"/>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30"/>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30"/>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30"/>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30"/>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30"/>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30"/>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30"/>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30"/>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30"/>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30"/>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30"/>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30"/>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30"/>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4" name="Google Shape;4324;p30"/>
          <p:cNvGrpSpPr/>
          <p:nvPr/>
        </p:nvGrpSpPr>
        <p:grpSpPr>
          <a:xfrm>
            <a:off x="3946225" y="4442088"/>
            <a:ext cx="1252525" cy="322800"/>
            <a:chOff x="3946225" y="4442088"/>
            <a:chExt cx="1252525" cy="322800"/>
          </a:xfrm>
        </p:grpSpPr>
        <p:grpSp>
          <p:nvGrpSpPr>
            <p:cNvPr id="4325" name="Google Shape;4325;p30"/>
            <p:cNvGrpSpPr/>
            <p:nvPr/>
          </p:nvGrpSpPr>
          <p:grpSpPr>
            <a:xfrm>
              <a:off x="4386225" y="4442088"/>
              <a:ext cx="372525" cy="322800"/>
              <a:chOff x="4386225" y="4090138"/>
              <a:chExt cx="372525" cy="322800"/>
            </a:xfrm>
          </p:grpSpPr>
          <p:sp>
            <p:nvSpPr>
              <p:cNvPr id="4326" name="Google Shape;4326;p30"/>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30"/>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30"/>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30"/>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30"/>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30"/>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30"/>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30"/>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30"/>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30"/>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30"/>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30"/>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30"/>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30"/>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30"/>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30"/>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30"/>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30"/>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30"/>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30"/>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30"/>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30"/>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30"/>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30"/>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30"/>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30"/>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30"/>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3" name="Google Shape;4353;p30"/>
            <p:cNvGrpSpPr/>
            <p:nvPr/>
          </p:nvGrpSpPr>
          <p:grpSpPr>
            <a:xfrm>
              <a:off x="4826225" y="4442088"/>
              <a:ext cx="372525" cy="322800"/>
              <a:chOff x="4826225" y="4090138"/>
              <a:chExt cx="372525" cy="322800"/>
            </a:xfrm>
          </p:grpSpPr>
          <p:sp>
            <p:nvSpPr>
              <p:cNvPr id="4354" name="Google Shape;4354;p30"/>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30"/>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30"/>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30"/>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30"/>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30"/>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30"/>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30"/>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30"/>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30"/>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30"/>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30"/>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30"/>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30"/>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30"/>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30"/>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30"/>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30"/>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2" name="Google Shape;4372;p30"/>
            <p:cNvGrpSpPr/>
            <p:nvPr/>
          </p:nvGrpSpPr>
          <p:grpSpPr>
            <a:xfrm>
              <a:off x="3946225" y="4442088"/>
              <a:ext cx="372525" cy="322800"/>
              <a:chOff x="3946225" y="4090138"/>
              <a:chExt cx="372525" cy="322800"/>
            </a:xfrm>
          </p:grpSpPr>
          <p:sp>
            <p:nvSpPr>
              <p:cNvPr id="4373" name="Google Shape;4373;p30"/>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30"/>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30"/>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30"/>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30"/>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30"/>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30"/>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30"/>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30"/>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30"/>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30"/>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30"/>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30"/>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30"/>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30"/>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30"/>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30"/>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30"/>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30"/>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30"/>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30"/>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30"/>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30"/>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30"/>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30"/>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30"/>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30"/>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30"/>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30"/>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30"/>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30"/>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30"/>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30"/>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30"/>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30"/>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30"/>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30"/>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30"/>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30"/>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30"/>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30"/>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30"/>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30"/>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16" name="Google Shape;4416;p30"/>
          <p:cNvSpPr txBox="1"/>
          <p:nvPr>
            <p:ph type="ctrTitle"/>
          </p:nvPr>
        </p:nvSpPr>
        <p:spPr>
          <a:xfrm>
            <a:off x="493050" y="2202850"/>
            <a:ext cx="8180100" cy="54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ctr">
              <a:spcBef>
                <a:spcPts val="0"/>
              </a:spcBef>
              <a:spcAft>
                <a:spcPts val="0"/>
              </a:spcAft>
              <a:buNone/>
            </a:pPr>
            <a:r>
              <a:rPr lang="en" sz="4800"/>
              <a:t>Engine Extensibility</a:t>
            </a:r>
            <a:endParaRPr sz="4800"/>
          </a:p>
        </p:txBody>
      </p:sp>
      <p:sp>
        <p:nvSpPr>
          <p:cNvPr id="4417" name="Google Shape;4417;p30"/>
          <p:cNvSpPr/>
          <p:nvPr/>
        </p:nvSpPr>
        <p:spPr>
          <a:xfrm>
            <a:off x="3613429" y="1105002"/>
            <a:ext cx="1973163" cy="914399"/>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04</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1" name="Shape 4421"/>
        <p:cNvGrpSpPr/>
        <p:nvPr/>
      </p:nvGrpSpPr>
      <p:grpSpPr>
        <a:xfrm>
          <a:off x="0" y="0"/>
          <a:ext cx="0" cy="0"/>
          <a:chOff x="0" y="0"/>
          <a:chExt cx="0" cy="0"/>
        </a:xfrm>
      </p:grpSpPr>
      <p:sp>
        <p:nvSpPr>
          <p:cNvPr id="4422" name="Google Shape;4422;p31"/>
          <p:cNvSpPr txBox="1"/>
          <p:nvPr>
            <p:ph idx="3" type="subTitle"/>
          </p:nvPr>
        </p:nvSpPr>
        <p:spPr>
          <a:xfrm>
            <a:off x="720000" y="1879000"/>
            <a:ext cx="6623700" cy="22395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 </a:t>
            </a:r>
            <a:r>
              <a:rPr lang="en" sz="1700">
                <a:solidFill>
                  <a:srgbClr val="BCBEC4"/>
                </a:solidFill>
                <a:highlight>
                  <a:srgbClr val="191A1C"/>
                </a:highlight>
                <a:latin typeface="Courier New"/>
                <a:ea typeface="Courier New"/>
                <a:cs typeface="Courier New"/>
                <a:sym typeface="Courier New"/>
              </a:rPr>
              <a:t>id</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6AAB73"/>
                </a:solidFill>
                <a:highlight>
                  <a:srgbClr val="191A1C"/>
                </a:highlight>
                <a:latin typeface="Courier New"/>
                <a:ea typeface="Courier New"/>
                <a:cs typeface="Courier New"/>
                <a:sym typeface="Courier New"/>
              </a:rPr>
              <a:t>2</a:t>
            </a:r>
            <a:r>
              <a:rPr lang="en" sz="1700">
                <a:solidFill>
                  <a:srgbClr val="BCBEC4"/>
                </a:solidFill>
                <a:highlight>
                  <a:srgbClr val="191A1C"/>
                </a:highlight>
                <a:latin typeface="Courier New"/>
                <a:ea typeface="Courier New"/>
                <a:cs typeface="Courier New"/>
                <a:sym typeface="Courier New"/>
              </a:rPr>
              <a:t>" name</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B6D7A8"/>
                </a:solidFill>
                <a:highlight>
                  <a:srgbClr val="191A1C"/>
                </a:highlight>
                <a:latin typeface="Courier New"/>
                <a:ea typeface="Courier New"/>
                <a:cs typeface="Courier New"/>
                <a:sym typeface="Courier New"/>
              </a:rPr>
              <a:t>Spawn Layer</a:t>
            </a:r>
            <a:r>
              <a:rPr lang="en" sz="1700">
                <a:solidFill>
                  <a:srgbClr val="BCBEC4"/>
                </a:solidFill>
                <a:highlight>
                  <a:srgbClr val="191A1C"/>
                </a:highlight>
                <a:latin typeface="Courier New"/>
                <a:ea typeface="Courier New"/>
                <a:cs typeface="Courier New"/>
                <a:sym typeface="Courier New"/>
              </a:rPr>
              <a:t>"&gt;</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a:t>
            </a:r>
            <a:r>
              <a:rPr lang="en" sz="1700">
                <a:solidFill>
                  <a:srgbClr val="BCBEC4"/>
                </a:solidFill>
                <a:highlight>
                  <a:srgbClr val="191A1C"/>
                </a:highlight>
                <a:latin typeface="Courier New"/>
                <a:ea typeface="Courier New"/>
                <a:cs typeface="Courier New"/>
                <a:sym typeface="Courier New"/>
              </a:rPr>
              <a:t>&gt;</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 </a:t>
            </a:r>
            <a:r>
              <a:rPr lang="en" sz="1700">
                <a:solidFill>
                  <a:srgbClr val="BCBEC4"/>
                </a:solidFill>
                <a:highlight>
                  <a:srgbClr val="191A1C"/>
                </a:highlight>
                <a:latin typeface="Courier New"/>
                <a:ea typeface="Courier New"/>
                <a:cs typeface="Courier New"/>
                <a:sym typeface="Courier New"/>
              </a:rPr>
              <a:t>id</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6AAB73"/>
                </a:solidFill>
                <a:highlight>
                  <a:srgbClr val="191A1C"/>
                </a:highlight>
                <a:latin typeface="Courier New"/>
                <a:ea typeface="Courier New"/>
                <a:cs typeface="Courier New"/>
                <a:sym typeface="Courier New"/>
              </a:rPr>
              <a:t>3</a:t>
            </a:r>
            <a:r>
              <a:rPr lang="en" sz="1700">
                <a:solidFill>
                  <a:srgbClr val="BCBEC4"/>
                </a:solidFill>
                <a:highlight>
                  <a:srgbClr val="191A1C"/>
                </a:highlight>
                <a:latin typeface="Courier New"/>
                <a:ea typeface="Courier New"/>
                <a:cs typeface="Courier New"/>
                <a:sym typeface="Courier New"/>
              </a:rPr>
              <a:t>" name</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B6D7A8"/>
                </a:solidFill>
                <a:highlight>
                  <a:srgbClr val="191A1C"/>
                </a:highlight>
                <a:latin typeface="Courier New"/>
                <a:ea typeface="Courier New"/>
                <a:cs typeface="Courier New"/>
                <a:sym typeface="Courier New"/>
              </a:rPr>
              <a:t>Enemy Layer</a:t>
            </a:r>
            <a:r>
              <a:rPr lang="en" sz="1700">
                <a:solidFill>
                  <a:srgbClr val="BCBEC4"/>
                </a:solidFill>
                <a:highlight>
                  <a:srgbClr val="191A1C"/>
                </a:highlight>
                <a:latin typeface="Courier New"/>
                <a:ea typeface="Courier New"/>
                <a:cs typeface="Courier New"/>
                <a:sym typeface="Courier New"/>
              </a:rPr>
              <a:t>"&gt;</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a:t>
            </a:r>
            <a:r>
              <a:rPr lang="en" sz="1700">
                <a:solidFill>
                  <a:srgbClr val="BCBEC4"/>
                </a:solidFill>
                <a:highlight>
                  <a:srgbClr val="191A1C"/>
                </a:highlight>
                <a:latin typeface="Courier New"/>
                <a:ea typeface="Courier New"/>
                <a:cs typeface="Courier New"/>
                <a:sym typeface="Courier New"/>
              </a:rPr>
              <a:t>&gt;</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 </a:t>
            </a:r>
            <a:r>
              <a:rPr lang="en" sz="1700">
                <a:solidFill>
                  <a:srgbClr val="BCBEC4"/>
                </a:solidFill>
                <a:highlight>
                  <a:srgbClr val="191A1C"/>
                </a:highlight>
                <a:latin typeface="Courier New"/>
                <a:ea typeface="Courier New"/>
                <a:cs typeface="Courier New"/>
                <a:sym typeface="Courier New"/>
              </a:rPr>
              <a:t>id</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6AAB73"/>
                </a:solidFill>
                <a:highlight>
                  <a:srgbClr val="191A1C"/>
                </a:highlight>
                <a:latin typeface="Courier New"/>
                <a:ea typeface="Courier New"/>
                <a:cs typeface="Courier New"/>
                <a:sym typeface="Courier New"/>
              </a:rPr>
              <a:t>4</a:t>
            </a:r>
            <a:r>
              <a:rPr lang="en" sz="1700">
                <a:solidFill>
                  <a:srgbClr val="BCBEC4"/>
                </a:solidFill>
                <a:highlight>
                  <a:srgbClr val="191A1C"/>
                </a:highlight>
                <a:latin typeface="Courier New"/>
                <a:ea typeface="Courier New"/>
                <a:cs typeface="Courier New"/>
                <a:sym typeface="Courier New"/>
              </a:rPr>
              <a:t>" name</a:t>
            </a:r>
            <a:r>
              <a:rPr lang="en" sz="1700">
                <a:solidFill>
                  <a:srgbClr val="B3AE60"/>
                </a:solidFill>
                <a:highlight>
                  <a:srgbClr val="191A1C"/>
                </a:highlight>
                <a:latin typeface="Courier New"/>
                <a:ea typeface="Courier New"/>
                <a:cs typeface="Courier New"/>
                <a:sym typeface="Courier New"/>
              </a:rPr>
              <a:t>=</a:t>
            </a:r>
            <a:r>
              <a:rPr lang="en" sz="1700">
                <a:solidFill>
                  <a:srgbClr val="BCBEC4"/>
                </a:solidFill>
                <a:highlight>
                  <a:srgbClr val="191A1C"/>
                </a:highlight>
                <a:latin typeface="Courier New"/>
                <a:ea typeface="Courier New"/>
                <a:cs typeface="Courier New"/>
                <a:sym typeface="Courier New"/>
              </a:rPr>
              <a:t>"</a:t>
            </a:r>
            <a:r>
              <a:rPr lang="en" sz="1700">
                <a:solidFill>
                  <a:srgbClr val="B6D7A8"/>
                </a:solidFill>
                <a:highlight>
                  <a:srgbClr val="191A1C"/>
                </a:highlight>
                <a:latin typeface="Courier New"/>
                <a:ea typeface="Courier New"/>
                <a:cs typeface="Courier New"/>
                <a:sym typeface="Courier New"/>
              </a:rPr>
              <a:t>Item Layer</a:t>
            </a:r>
            <a:r>
              <a:rPr lang="en" sz="1700">
                <a:solidFill>
                  <a:srgbClr val="BCBEC4"/>
                </a:solidFill>
                <a:highlight>
                  <a:srgbClr val="191A1C"/>
                </a:highlight>
                <a:latin typeface="Courier New"/>
                <a:ea typeface="Courier New"/>
                <a:cs typeface="Courier New"/>
                <a:sym typeface="Courier New"/>
              </a:rPr>
              <a:t>"&gt;</a:t>
            </a:r>
            <a:endParaRPr sz="1700">
              <a:solidFill>
                <a:srgbClr val="BCBEC4"/>
              </a:solidFill>
              <a:highlight>
                <a:srgbClr val="191A1C"/>
              </a:highlight>
              <a:latin typeface="Courier New"/>
              <a:ea typeface="Courier New"/>
              <a:cs typeface="Courier New"/>
              <a:sym typeface="Courier New"/>
            </a:endParaRPr>
          </a:p>
          <a:p>
            <a:pPr indent="0" lvl="0" marL="0" rtl="0" algn="l">
              <a:spcBef>
                <a:spcPts val="0"/>
              </a:spcBef>
              <a:spcAft>
                <a:spcPts val="0"/>
              </a:spcAft>
              <a:buNone/>
            </a:pPr>
            <a:r>
              <a:rPr lang="en" sz="1700">
                <a:solidFill>
                  <a:srgbClr val="BCBEC4"/>
                </a:solidFill>
                <a:highlight>
                  <a:srgbClr val="191A1C"/>
                </a:highlight>
                <a:latin typeface="Courier New"/>
                <a:ea typeface="Courier New"/>
                <a:cs typeface="Courier New"/>
                <a:sym typeface="Courier New"/>
              </a:rPr>
              <a:t>&lt;/</a:t>
            </a:r>
            <a:r>
              <a:rPr lang="en" sz="1700">
                <a:solidFill>
                  <a:srgbClr val="D5B778"/>
                </a:solidFill>
                <a:highlight>
                  <a:srgbClr val="191A1C"/>
                </a:highlight>
                <a:latin typeface="Courier New"/>
                <a:ea typeface="Courier New"/>
                <a:cs typeface="Courier New"/>
                <a:sym typeface="Courier New"/>
              </a:rPr>
              <a:t>objectgroup</a:t>
            </a:r>
            <a:r>
              <a:rPr lang="en" sz="1700">
                <a:solidFill>
                  <a:srgbClr val="BCBEC4"/>
                </a:solidFill>
                <a:highlight>
                  <a:srgbClr val="191A1C"/>
                </a:highlight>
                <a:latin typeface="Courier New"/>
                <a:ea typeface="Courier New"/>
                <a:cs typeface="Courier New"/>
                <a:sym typeface="Courier New"/>
              </a:rPr>
              <a:t>&gt;</a:t>
            </a:r>
            <a:endParaRPr sz="1800"/>
          </a:p>
        </p:txBody>
      </p:sp>
      <p:sp>
        <p:nvSpPr>
          <p:cNvPr id="4423" name="Google Shape;4423;p31"/>
          <p:cNvSpPr txBox="1"/>
          <p:nvPr>
            <p:ph idx="4" type="subTitle"/>
          </p:nvPr>
        </p:nvSpPr>
        <p:spPr>
          <a:xfrm>
            <a:off x="6029626" y="1943588"/>
            <a:ext cx="2743200" cy="146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rPr>
              <a:t>ItemFactory.cpp</a:t>
            </a:r>
            <a:endParaRPr>
              <a:solidFill>
                <a:srgbClr val="9E9E9E"/>
              </a:solidFill>
            </a:endParaRPr>
          </a:p>
          <a:p>
            <a:pPr indent="0" lvl="0" marL="0" rtl="0" algn="l">
              <a:spcBef>
                <a:spcPts val="0"/>
              </a:spcBef>
              <a:spcAft>
                <a:spcPts val="0"/>
              </a:spcAft>
              <a:buNone/>
            </a:pPr>
            <a:r>
              <a:rPr lang="en">
                <a:solidFill>
                  <a:srgbClr val="9E9E9E"/>
                </a:solidFill>
              </a:rPr>
              <a:t>PlayerFactory.cpp</a:t>
            </a:r>
            <a:endParaRPr>
              <a:solidFill>
                <a:srgbClr val="9E9E9E"/>
              </a:solidFill>
            </a:endParaRPr>
          </a:p>
          <a:p>
            <a:pPr indent="0" lvl="0" marL="0" rtl="0" algn="l">
              <a:spcBef>
                <a:spcPts val="0"/>
              </a:spcBef>
              <a:spcAft>
                <a:spcPts val="0"/>
              </a:spcAft>
              <a:buNone/>
            </a:pPr>
            <a:r>
              <a:rPr lang="en">
                <a:solidFill>
                  <a:srgbClr val="9E9E9E"/>
                </a:solidFill>
              </a:rPr>
              <a:t>EnemyFactory.cpp</a:t>
            </a:r>
            <a:endParaRPr>
              <a:solidFill>
                <a:srgbClr val="9E9E9E"/>
              </a:solidFill>
            </a:endParaRPr>
          </a:p>
          <a:p>
            <a:pPr indent="0" lvl="0" marL="0" rtl="0" algn="l">
              <a:spcBef>
                <a:spcPts val="0"/>
              </a:spcBef>
              <a:spcAft>
                <a:spcPts val="0"/>
              </a:spcAft>
              <a:buNone/>
            </a:pPr>
            <a:r>
              <a:rPr lang="en">
                <a:solidFill>
                  <a:srgbClr val="9E9E9E"/>
                </a:solidFill>
              </a:rPr>
              <a:t>BulletFactory.cpp</a:t>
            </a:r>
            <a:endParaRPr>
              <a:solidFill>
                <a:srgbClr val="9E9E9E"/>
              </a:solidFill>
            </a:endParaRPr>
          </a:p>
          <a:p>
            <a:pPr indent="0" lvl="0" marL="0" rtl="0" algn="l">
              <a:spcBef>
                <a:spcPts val="0"/>
              </a:spcBef>
              <a:spcAft>
                <a:spcPts val="0"/>
              </a:spcAft>
              <a:buNone/>
            </a:pPr>
            <a:r>
              <a:rPr lang="en">
                <a:solidFill>
                  <a:srgbClr val="9E9E9E"/>
                </a:solidFill>
              </a:rPr>
              <a:t>DoorFactory.cpp</a:t>
            </a:r>
            <a:endParaRPr>
              <a:solidFill>
                <a:srgbClr val="9E9E9E"/>
              </a:solidFill>
            </a:endParaRPr>
          </a:p>
        </p:txBody>
      </p:sp>
      <p:sp>
        <p:nvSpPr>
          <p:cNvPr id="4424" name="Google Shape;4424;p31"/>
          <p:cNvSpPr txBox="1"/>
          <p:nvPr>
            <p:ph idx="1" type="subTitle"/>
          </p:nvPr>
        </p:nvSpPr>
        <p:spPr>
          <a:xfrm>
            <a:off x="720000" y="1535800"/>
            <a:ext cx="31011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Map-driven Spawns</a:t>
            </a:r>
            <a:endParaRPr/>
          </a:p>
        </p:txBody>
      </p:sp>
      <p:sp>
        <p:nvSpPr>
          <p:cNvPr id="4425" name="Google Shape;4425;p31"/>
          <p:cNvSpPr txBox="1"/>
          <p:nvPr>
            <p:ph idx="2" type="subTitle"/>
          </p:nvPr>
        </p:nvSpPr>
        <p:spPr>
          <a:xfrm>
            <a:off x="6005137" y="1535800"/>
            <a:ext cx="27432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Factories</a:t>
            </a:r>
            <a:endParaRPr/>
          </a:p>
        </p:txBody>
      </p:sp>
      <p:sp>
        <p:nvSpPr>
          <p:cNvPr id="4426" name="Google Shape;4426;p31"/>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Engine Extensibility</a:t>
            </a:r>
            <a:endParaRPr/>
          </a:p>
        </p:txBody>
      </p:sp>
      <p:sp>
        <p:nvSpPr>
          <p:cNvPr id="4427" name="Google Shape;4427;p31"/>
          <p:cNvSpPr/>
          <p:nvPr/>
        </p:nvSpPr>
        <p:spPr>
          <a:xfrm>
            <a:off x="5245500" y="4044888"/>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31"/>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31"/>
          <p:cNvSpPr/>
          <p:nvPr/>
        </p:nvSpPr>
        <p:spPr>
          <a:xfrm>
            <a:off x="6827600" y="3062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31"/>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1" name="Google Shape;4431;p31"/>
          <p:cNvGrpSpPr/>
          <p:nvPr/>
        </p:nvGrpSpPr>
        <p:grpSpPr>
          <a:xfrm>
            <a:off x="8201663" y="3866663"/>
            <a:ext cx="178225" cy="178225"/>
            <a:chOff x="6772475" y="3811500"/>
            <a:chExt cx="178225" cy="178225"/>
          </a:xfrm>
        </p:grpSpPr>
        <p:sp>
          <p:nvSpPr>
            <p:cNvPr id="4432" name="Google Shape;4432;p31"/>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31"/>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31"/>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31"/>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31"/>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7" name="Google Shape;4437;p31"/>
          <p:cNvGrpSpPr/>
          <p:nvPr/>
        </p:nvGrpSpPr>
        <p:grpSpPr>
          <a:xfrm>
            <a:off x="8334888" y="1618188"/>
            <a:ext cx="178225" cy="178225"/>
            <a:chOff x="6772475" y="3811500"/>
            <a:chExt cx="178225" cy="178225"/>
          </a:xfrm>
        </p:grpSpPr>
        <p:sp>
          <p:nvSpPr>
            <p:cNvPr id="4438" name="Google Shape;4438;p31"/>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31"/>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31"/>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31"/>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31"/>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3" name="Google Shape;4443;p31"/>
          <p:cNvGrpSpPr/>
          <p:nvPr/>
        </p:nvGrpSpPr>
        <p:grpSpPr>
          <a:xfrm>
            <a:off x="3867588" y="2874600"/>
            <a:ext cx="178225" cy="178225"/>
            <a:chOff x="6772475" y="3811500"/>
            <a:chExt cx="178225" cy="178225"/>
          </a:xfrm>
        </p:grpSpPr>
        <p:sp>
          <p:nvSpPr>
            <p:cNvPr id="4444" name="Google Shape;4444;p31"/>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31"/>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31"/>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31"/>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31"/>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9" name="Google Shape;4449;p31"/>
          <p:cNvGrpSpPr/>
          <p:nvPr/>
        </p:nvGrpSpPr>
        <p:grpSpPr>
          <a:xfrm>
            <a:off x="858495" y="3872125"/>
            <a:ext cx="654821" cy="600289"/>
            <a:chOff x="858495" y="3872125"/>
            <a:chExt cx="654821" cy="600289"/>
          </a:xfrm>
        </p:grpSpPr>
        <p:grpSp>
          <p:nvGrpSpPr>
            <p:cNvPr id="4450" name="Google Shape;4450;p31"/>
            <p:cNvGrpSpPr/>
            <p:nvPr/>
          </p:nvGrpSpPr>
          <p:grpSpPr>
            <a:xfrm>
              <a:off x="858495" y="3872125"/>
              <a:ext cx="654821" cy="600289"/>
              <a:chOff x="846645" y="1301313"/>
              <a:chExt cx="654821" cy="600289"/>
            </a:xfrm>
          </p:grpSpPr>
          <p:sp>
            <p:nvSpPr>
              <p:cNvPr id="4451" name="Google Shape;4451;p31"/>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31"/>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31"/>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31"/>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31"/>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31"/>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31"/>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31"/>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31"/>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31"/>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31"/>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31"/>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31"/>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31"/>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31"/>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31"/>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31"/>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31"/>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31"/>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31"/>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31"/>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31"/>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31"/>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31"/>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31"/>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31"/>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31"/>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31"/>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31"/>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31"/>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31"/>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31"/>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31"/>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31"/>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31"/>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31"/>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31"/>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31"/>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31"/>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31"/>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31"/>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31"/>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31"/>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31"/>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31"/>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31"/>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31"/>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31"/>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31"/>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31"/>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31"/>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31"/>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31"/>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31"/>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31"/>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31"/>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7" name="Google Shape;4507;p31"/>
            <p:cNvSpPr/>
            <p:nvPr/>
          </p:nvSpPr>
          <p:spPr>
            <a:xfrm>
              <a:off x="1062025" y="4069750"/>
              <a:ext cx="245400" cy="19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8" name="Google Shape;4508;p31"/>
            <p:cNvGrpSpPr/>
            <p:nvPr/>
          </p:nvGrpSpPr>
          <p:grpSpPr>
            <a:xfrm>
              <a:off x="858495" y="3872125"/>
              <a:ext cx="654821" cy="600289"/>
              <a:chOff x="846645" y="1301313"/>
              <a:chExt cx="654821" cy="600289"/>
            </a:xfrm>
          </p:grpSpPr>
          <p:sp>
            <p:nvSpPr>
              <p:cNvPr id="4509" name="Google Shape;4509;p31"/>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31"/>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31"/>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31"/>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31"/>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31"/>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31"/>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31"/>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31"/>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31"/>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31"/>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31"/>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31"/>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31"/>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31"/>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31"/>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31"/>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31"/>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31"/>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31"/>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31"/>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31"/>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31"/>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31"/>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31"/>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31"/>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31"/>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31"/>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31"/>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31"/>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31"/>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31"/>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31"/>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31"/>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31"/>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31"/>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31"/>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31"/>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31"/>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31"/>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31"/>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31"/>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31"/>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31"/>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31"/>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31"/>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31"/>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31"/>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31"/>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31"/>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31"/>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31"/>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31"/>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31"/>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31"/>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31"/>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65" name="Google Shape;4565;p31"/>
          <p:cNvGrpSpPr/>
          <p:nvPr/>
        </p:nvGrpSpPr>
        <p:grpSpPr>
          <a:xfrm>
            <a:off x="6961610" y="3554157"/>
            <a:ext cx="382015" cy="654875"/>
            <a:chOff x="6961610" y="3554157"/>
            <a:chExt cx="382015" cy="654875"/>
          </a:xfrm>
        </p:grpSpPr>
        <p:grpSp>
          <p:nvGrpSpPr>
            <p:cNvPr id="4566" name="Google Shape;4566;p31"/>
            <p:cNvGrpSpPr/>
            <p:nvPr/>
          </p:nvGrpSpPr>
          <p:grpSpPr>
            <a:xfrm>
              <a:off x="6961610" y="3554157"/>
              <a:ext cx="382015" cy="654875"/>
              <a:chOff x="1092160" y="2766332"/>
              <a:chExt cx="382015" cy="654875"/>
            </a:xfrm>
          </p:grpSpPr>
          <p:sp>
            <p:nvSpPr>
              <p:cNvPr id="4567" name="Google Shape;4567;p31"/>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31"/>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31"/>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31"/>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31"/>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31"/>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31"/>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31"/>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31"/>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31"/>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31"/>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31"/>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31"/>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31"/>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31"/>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31"/>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31"/>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31"/>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31"/>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31"/>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31"/>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31"/>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31"/>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31"/>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31"/>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31"/>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31"/>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31"/>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31"/>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31"/>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31"/>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31"/>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31"/>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31"/>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31"/>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31"/>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31"/>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31"/>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31"/>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31"/>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31"/>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31"/>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31"/>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31"/>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31"/>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31"/>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31"/>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14" name="Google Shape;4614;p31"/>
            <p:cNvSpPr/>
            <p:nvPr/>
          </p:nvSpPr>
          <p:spPr>
            <a:xfrm>
              <a:off x="7015175" y="3715950"/>
              <a:ext cx="273900" cy="300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15" name="Google Shape;4615;p31"/>
            <p:cNvGrpSpPr/>
            <p:nvPr/>
          </p:nvGrpSpPr>
          <p:grpSpPr>
            <a:xfrm>
              <a:off x="6961610" y="3554157"/>
              <a:ext cx="382015" cy="654875"/>
              <a:chOff x="1092160" y="2766332"/>
              <a:chExt cx="382015" cy="654875"/>
            </a:xfrm>
          </p:grpSpPr>
          <p:sp>
            <p:nvSpPr>
              <p:cNvPr id="4616" name="Google Shape;4616;p31"/>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31"/>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31"/>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31"/>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31"/>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31"/>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31"/>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31"/>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31"/>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31"/>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31"/>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31"/>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31"/>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31"/>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31"/>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31"/>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31"/>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31"/>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31"/>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31"/>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31"/>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31"/>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31"/>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31"/>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31"/>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31"/>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31"/>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31"/>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31"/>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31"/>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31"/>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31"/>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31"/>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31"/>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31"/>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31"/>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31"/>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31"/>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31"/>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31"/>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31"/>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31"/>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31"/>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31"/>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31"/>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31"/>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31"/>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6" name="Shape 4666"/>
        <p:cNvGrpSpPr/>
        <p:nvPr/>
      </p:nvGrpSpPr>
      <p:grpSpPr>
        <a:xfrm>
          <a:off x="0" y="0"/>
          <a:ext cx="0" cy="0"/>
          <a:chOff x="0" y="0"/>
          <a:chExt cx="0" cy="0"/>
        </a:xfrm>
      </p:grpSpPr>
      <p:sp>
        <p:nvSpPr>
          <p:cNvPr id="4667" name="Google Shape;4667;p32"/>
          <p:cNvSpPr txBox="1"/>
          <p:nvPr>
            <p:ph idx="3" type="subTitle"/>
          </p:nvPr>
        </p:nvSpPr>
        <p:spPr>
          <a:xfrm>
            <a:off x="720000" y="1879000"/>
            <a:ext cx="6623700" cy="22395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9E9E9E"/>
                </a:solidFill>
              </a:rPr>
              <a:t>ItemFactory.cpp</a:t>
            </a:r>
            <a:endParaRPr sz="2400">
              <a:solidFill>
                <a:srgbClr val="9E9E9E"/>
              </a:solidFill>
            </a:endParaRPr>
          </a:p>
          <a:p>
            <a:pPr indent="0" lvl="0" marL="0" rtl="0" algn="l">
              <a:spcBef>
                <a:spcPts val="0"/>
              </a:spcBef>
              <a:spcAft>
                <a:spcPts val="0"/>
              </a:spcAft>
              <a:buNone/>
            </a:pPr>
            <a:r>
              <a:rPr lang="en" sz="2400">
                <a:solidFill>
                  <a:srgbClr val="9E9E9E"/>
                </a:solidFill>
              </a:rPr>
              <a:t>PlayerFactory.cpp</a:t>
            </a:r>
            <a:endParaRPr sz="2400">
              <a:solidFill>
                <a:srgbClr val="9E9E9E"/>
              </a:solidFill>
            </a:endParaRPr>
          </a:p>
          <a:p>
            <a:pPr indent="0" lvl="0" marL="0" rtl="0" algn="l">
              <a:spcBef>
                <a:spcPts val="0"/>
              </a:spcBef>
              <a:spcAft>
                <a:spcPts val="0"/>
              </a:spcAft>
              <a:buNone/>
            </a:pPr>
            <a:r>
              <a:rPr lang="en" sz="2400">
                <a:solidFill>
                  <a:srgbClr val="9E9E9E"/>
                </a:solidFill>
              </a:rPr>
              <a:t>EnemyFactory.cpp</a:t>
            </a:r>
            <a:endParaRPr sz="2400">
              <a:solidFill>
                <a:srgbClr val="9E9E9E"/>
              </a:solidFill>
            </a:endParaRPr>
          </a:p>
          <a:p>
            <a:pPr indent="0" lvl="0" marL="0" rtl="0" algn="l">
              <a:spcBef>
                <a:spcPts val="0"/>
              </a:spcBef>
              <a:spcAft>
                <a:spcPts val="0"/>
              </a:spcAft>
              <a:buNone/>
            </a:pPr>
            <a:r>
              <a:rPr lang="en" sz="2400">
                <a:solidFill>
                  <a:srgbClr val="9E9E9E"/>
                </a:solidFill>
              </a:rPr>
              <a:t>BulletFactory.cpp</a:t>
            </a:r>
            <a:endParaRPr sz="2400">
              <a:solidFill>
                <a:srgbClr val="9E9E9E"/>
              </a:solidFill>
            </a:endParaRPr>
          </a:p>
          <a:p>
            <a:pPr indent="0" lvl="0" marL="0" rtl="0" algn="l">
              <a:spcBef>
                <a:spcPts val="0"/>
              </a:spcBef>
              <a:spcAft>
                <a:spcPts val="0"/>
              </a:spcAft>
              <a:buNone/>
            </a:pPr>
            <a:r>
              <a:rPr lang="en" sz="2400">
                <a:solidFill>
                  <a:srgbClr val="9E9E9E"/>
                </a:solidFill>
              </a:rPr>
              <a:t>DoorFactory.cpp</a:t>
            </a:r>
            <a:endParaRPr sz="2400">
              <a:solidFill>
                <a:srgbClr val="9E9E9E"/>
              </a:solidFill>
            </a:endParaRPr>
          </a:p>
          <a:p>
            <a:pPr indent="0" lvl="0" marL="0" rtl="0" algn="l">
              <a:spcBef>
                <a:spcPts val="0"/>
              </a:spcBef>
              <a:spcAft>
                <a:spcPts val="0"/>
              </a:spcAft>
              <a:buNone/>
            </a:pPr>
            <a:r>
              <a:t/>
            </a:r>
            <a:endParaRPr sz="3000">
              <a:solidFill>
                <a:srgbClr val="BCBEC4"/>
              </a:solidFill>
              <a:highlight>
                <a:srgbClr val="191A1C"/>
              </a:highlight>
              <a:latin typeface="Courier New"/>
              <a:ea typeface="Courier New"/>
              <a:cs typeface="Courier New"/>
              <a:sym typeface="Courier New"/>
            </a:endParaRPr>
          </a:p>
        </p:txBody>
      </p:sp>
      <p:sp>
        <p:nvSpPr>
          <p:cNvPr id="4668" name="Google Shape;4668;p32"/>
          <p:cNvSpPr txBox="1"/>
          <p:nvPr>
            <p:ph idx="1" type="subTitle"/>
          </p:nvPr>
        </p:nvSpPr>
        <p:spPr>
          <a:xfrm>
            <a:off x="720000" y="1535800"/>
            <a:ext cx="31011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Factories</a:t>
            </a:r>
            <a:endParaRPr/>
          </a:p>
        </p:txBody>
      </p:sp>
      <p:sp>
        <p:nvSpPr>
          <p:cNvPr id="4669" name="Google Shape;4669;p32"/>
          <p:cNvSpPr txBox="1"/>
          <p:nvPr>
            <p:ph type="title"/>
          </p:nvPr>
        </p:nvSpPr>
        <p:spPr>
          <a:xfrm>
            <a:off x="720000" y="539998"/>
            <a:ext cx="7704000" cy="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Engine Extensibility</a:t>
            </a:r>
            <a:endParaRPr/>
          </a:p>
        </p:txBody>
      </p:sp>
      <p:sp>
        <p:nvSpPr>
          <p:cNvPr id="4670" name="Google Shape;4670;p32"/>
          <p:cNvSpPr/>
          <p:nvPr/>
        </p:nvSpPr>
        <p:spPr>
          <a:xfrm>
            <a:off x="5245500" y="4044888"/>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32"/>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32"/>
          <p:cNvSpPr/>
          <p:nvPr/>
        </p:nvSpPr>
        <p:spPr>
          <a:xfrm>
            <a:off x="6827600" y="3062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32"/>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4" name="Google Shape;4674;p32"/>
          <p:cNvGrpSpPr/>
          <p:nvPr/>
        </p:nvGrpSpPr>
        <p:grpSpPr>
          <a:xfrm>
            <a:off x="8201663" y="3866663"/>
            <a:ext cx="178225" cy="178225"/>
            <a:chOff x="6772475" y="3811500"/>
            <a:chExt cx="178225" cy="178225"/>
          </a:xfrm>
        </p:grpSpPr>
        <p:sp>
          <p:nvSpPr>
            <p:cNvPr id="4675" name="Google Shape;4675;p3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3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3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3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3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0" name="Google Shape;4680;p32"/>
          <p:cNvGrpSpPr/>
          <p:nvPr/>
        </p:nvGrpSpPr>
        <p:grpSpPr>
          <a:xfrm>
            <a:off x="8334888" y="1618188"/>
            <a:ext cx="178225" cy="178225"/>
            <a:chOff x="6772475" y="3811500"/>
            <a:chExt cx="178225" cy="178225"/>
          </a:xfrm>
        </p:grpSpPr>
        <p:sp>
          <p:nvSpPr>
            <p:cNvPr id="4681" name="Google Shape;4681;p3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3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3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3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3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6" name="Google Shape;4686;p32"/>
          <p:cNvGrpSpPr/>
          <p:nvPr/>
        </p:nvGrpSpPr>
        <p:grpSpPr>
          <a:xfrm>
            <a:off x="3867588" y="2874600"/>
            <a:ext cx="178225" cy="178225"/>
            <a:chOff x="6772475" y="3811500"/>
            <a:chExt cx="178225" cy="178225"/>
          </a:xfrm>
        </p:grpSpPr>
        <p:sp>
          <p:nvSpPr>
            <p:cNvPr id="4687" name="Google Shape;4687;p32"/>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32"/>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32"/>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32"/>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32"/>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2" name="Google Shape;4692;p32"/>
          <p:cNvGrpSpPr/>
          <p:nvPr/>
        </p:nvGrpSpPr>
        <p:grpSpPr>
          <a:xfrm>
            <a:off x="858495" y="3872125"/>
            <a:ext cx="654821" cy="600289"/>
            <a:chOff x="858495" y="3872125"/>
            <a:chExt cx="654821" cy="600289"/>
          </a:xfrm>
        </p:grpSpPr>
        <p:grpSp>
          <p:nvGrpSpPr>
            <p:cNvPr id="4693" name="Google Shape;4693;p32"/>
            <p:cNvGrpSpPr/>
            <p:nvPr/>
          </p:nvGrpSpPr>
          <p:grpSpPr>
            <a:xfrm>
              <a:off x="858495" y="3872125"/>
              <a:ext cx="654821" cy="600289"/>
              <a:chOff x="846645" y="1301313"/>
              <a:chExt cx="654821" cy="600289"/>
            </a:xfrm>
          </p:grpSpPr>
          <p:sp>
            <p:nvSpPr>
              <p:cNvPr id="4694" name="Google Shape;4694;p32"/>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32"/>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32"/>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32"/>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32"/>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32"/>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32"/>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32"/>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32"/>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32"/>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32"/>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32"/>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32"/>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32"/>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32"/>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32"/>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32"/>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32"/>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32"/>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32"/>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32"/>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32"/>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32"/>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32"/>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32"/>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32"/>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32"/>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32"/>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32"/>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32"/>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32"/>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32"/>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32"/>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32"/>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32"/>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32"/>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32"/>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32"/>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32"/>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32"/>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32"/>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32"/>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32"/>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32"/>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32"/>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32"/>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32"/>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32"/>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32"/>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32"/>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32"/>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32"/>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32"/>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32"/>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32"/>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32"/>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0" name="Google Shape;4750;p32"/>
            <p:cNvSpPr/>
            <p:nvPr/>
          </p:nvSpPr>
          <p:spPr>
            <a:xfrm>
              <a:off x="1062025" y="4069750"/>
              <a:ext cx="245400" cy="19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1" name="Google Shape;4751;p32"/>
            <p:cNvGrpSpPr/>
            <p:nvPr/>
          </p:nvGrpSpPr>
          <p:grpSpPr>
            <a:xfrm>
              <a:off x="858495" y="3872125"/>
              <a:ext cx="654821" cy="600289"/>
              <a:chOff x="846645" y="1301313"/>
              <a:chExt cx="654821" cy="600289"/>
            </a:xfrm>
          </p:grpSpPr>
          <p:sp>
            <p:nvSpPr>
              <p:cNvPr id="4752" name="Google Shape;4752;p32"/>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32"/>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32"/>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32"/>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32"/>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32"/>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32"/>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32"/>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32"/>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32"/>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32"/>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32"/>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32"/>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32"/>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32"/>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32"/>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32"/>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32"/>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32"/>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32"/>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32"/>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32"/>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32"/>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32"/>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32"/>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32"/>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32"/>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32"/>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32"/>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32"/>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32"/>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32"/>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32"/>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32"/>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32"/>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32"/>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32"/>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32"/>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32"/>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32"/>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32"/>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32"/>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32"/>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32"/>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32"/>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32"/>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32"/>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32"/>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32"/>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32"/>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32"/>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32"/>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32"/>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32"/>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32"/>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32"/>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08" name="Google Shape;4808;p32"/>
          <p:cNvGrpSpPr/>
          <p:nvPr/>
        </p:nvGrpSpPr>
        <p:grpSpPr>
          <a:xfrm>
            <a:off x="6961610" y="3554157"/>
            <a:ext cx="382015" cy="654875"/>
            <a:chOff x="6961610" y="3554157"/>
            <a:chExt cx="382015" cy="654875"/>
          </a:xfrm>
        </p:grpSpPr>
        <p:grpSp>
          <p:nvGrpSpPr>
            <p:cNvPr id="4809" name="Google Shape;4809;p32"/>
            <p:cNvGrpSpPr/>
            <p:nvPr/>
          </p:nvGrpSpPr>
          <p:grpSpPr>
            <a:xfrm>
              <a:off x="6961610" y="3554157"/>
              <a:ext cx="382015" cy="654875"/>
              <a:chOff x="1092160" y="2766332"/>
              <a:chExt cx="382015" cy="654875"/>
            </a:xfrm>
          </p:grpSpPr>
          <p:sp>
            <p:nvSpPr>
              <p:cNvPr id="4810" name="Google Shape;4810;p32"/>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32"/>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32"/>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32"/>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32"/>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32"/>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32"/>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32"/>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32"/>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32"/>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32"/>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32"/>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32"/>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32"/>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32"/>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32"/>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32"/>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32"/>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32"/>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32"/>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32"/>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32"/>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32"/>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32"/>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32"/>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32"/>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32"/>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32"/>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32"/>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32"/>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32"/>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32"/>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32"/>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32"/>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32"/>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32"/>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32"/>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32"/>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32"/>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32"/>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32"/>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32"/>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32"/>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32"/>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32"/>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32"/>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32"/>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57" name="Google Shape;4857;p32"/>
            <p:cNvSpPr/>
            <p:nvPr/>
          </p:nvSpPr>
          <p:spPr>
            <a:xfrm>
              <a:off x="7015175" y="3715950"/>
              <a:ext cx="273900" cy="300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58" name="Google Shape;4858;p32"/>
            <p:cNvGrpSpPr/>
            <p:nvPr/>
          </p:nvGrpSpPr>
          <p:grpSpPr>
            <a:xfrm>
              <a:off x="6961610" y="3554157"/>
              <a:ext cx="382015" cy="654875"/>
              <a:chOff x="1092160" y="2766332"/>
              <a:chExt cx="382015" cy="654875"/>
            </a:xfrm>
          </p:grpSpPr>
          <p:sp>
            <p:nvSpPr>
              <p:cNvPr id="4859" name="Google Shape;4859;p32"/>
              <p:cNvSpPr/>
              <p:nvPr/>
            </p:nvSpPr>
            <p:spPr>
              <a:xfrm>
                <a:off x="1365038" y="3366603"/>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32"/>
              <p:cNvSpPr/>
              <p:nvPr/>
            </p:nvSpPr>
            <p:spPr>
              <a:xfrm>
                <a:off x="1310452" y="3366603"/>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32"/>
              <p:cNvSpPr/>
              <p:nvPr/>
            </p:nvSpPr>
            <p:spPr>
              <a:xfrm>
                <a:off x="1201333" y="3366603"/>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32"/>
              <p:cNvSpPr/>
              <p:nvPr/>
            </p:nvSpPr>
            <p:spPr>
              <a:xfrm>
                <a:off x="1146746" y="3366603"/>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32"/>
              <p:cNvSpPr/>
              <p:nvPr/>
            </p:nvSpPr>
            <p:spPr>
              <a:xfrm>
                <a:off x="1310452" y="331205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32"/>
              <p:cNvSpPr/>
              <p:nvPr/>
            </p:nvSpPr>
            <p:spPr>
              <a:xfrm>
                <a:off x="1201333" y="3312053"/>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32"/>
              <p:cNvSpPr/>
              <p:nvPr/>
            </p:nvSpPr>
            <p:spPr>
              <a:xfrm>
                <a:off x="1310452" y="3257466"/>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32"/>
              <p:cNvSpPr/>
              <p:nvPr/>
            </p:nvSpPr>
            <p:spPr>
              <a:xfrm>
                <a:off x="1201333" y="3257466"/>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32"/>
              <p:cNvSpPr/>
              <p:nvPr/>
            </p:nvSpPr>
            <p:spPr>
              <a:xfrm>
                <a:off x="1419589" y="3202934"/>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32"/>
              <p:cNvSpPr/>
              <p:nvPr/>
            </p:nvSpPr>
            <p:spPr>
              <a:xfrm>
                <a:off x="1365038" y="3202934"/>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32"/>
              <p:cNvSpPr/>
              <p:nvPr/>
            </p:nvSpPr>
            <p:spPr>
              <a:xfrm>
                <a:off x="1310452" y="32029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32"/>
              <p:cNvSpPr/>
              <p:nvPr/>
            </p:nvSpPr>
            <p:spPr>
              <a:xfrm>
                <a:off x="1255865"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32"/>
              <p:cNvSpPr/>
              <p:nvPr/>
            </p:nvSpPr>
            <p:spPr>
              <a:xfrm>
                <a:off x="1201333"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32"/>
              <p:cNvSpPr/>
              <p:nvPr/>
            </p:nvSpPr>
            <p:spPr>
              <a:xfrm>
                <a:off x="1146746"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32"/>
              <p:cNvSpPr/>
              <p:nvPr/>
            </p:nvSpPr>
            <p:spPr>
              <a:xfrm>
                <a:off x="1092160"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32"/>
              <p:cNvSpPr/>
              <p:nvPr/>
            </p:nvSpPr>
            <p:spPr>
              <a:xfrm>
                <a:off x="1419589" y="3148347"/>
                <a:ext cx="54586" cy="54568"/>
              </a:xfrm>
              <a:custGeom>
                <a:rect b="b" l="l" r="r" t="t"/>
                <a:pathLst>
                  <a:path extrusionOk="0" h="3019"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32"/>
              <p:cNvSpPr/>
              <p:nvPr/>
            </p:nvSpPr>
            <p:spPr>
              <a:xfrm>
                <a:off x="1365038" y="3148347"/>
                <a:ext cx="54568" cy="54568"/>
              </a:xfrm>
              <a:custGeom>
                <a:rect b="b" l="l" r="r" t="t"/>
                <a:pathLst>
                  <a:path extrusionOk="0" h="3019" w="3019">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32"/>
              <p:cNvSpPr/>
              <p:nvPr/>
            </p:nvSpPr>
            <p:spPr>
              <a:xfrm>
                <a:off x="1310452" y="3148347"/>
                <a:ext cx="54568" cy="54568"/>
              </a:xfrm>
              <a:custGeom>
                <a:rect b="b" l="l" r="r" t="t"/>
                <a:pathLst>
                  <a:path extrusionOk="0" h="3019" w="3019">
                    <a:moveTo>
                      <a:pt x="1" y="0"/>
                    </a:moveTo>
                    <a:lnTo>
                      <a:pt x="1"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32"/>
              <p:cNvSpPr/>
              <p:nvPr/>
            </p:nvSpPr>
            <p:spPr>
              <a:xfrm>
                <a:off x="1201333" y="3148347"/>
                <a:ext cx="54550" cy="54568"/>
              </a:xfrm>
              <a:custGeom>
                <a:rect b="b" l="l" r="r" t="t"/>
                <a:pathLst>
                  <a:path extrusionOk="0" h="3019" w="3018">
                    <a:moveTo>
                      <a:pt x="0" y="0"/>
                    </a:moveTo>
                    <a:lnTo>
                      <a:pt x="0" y="3018"/>
                    </a:lnTo>
                    <a:lnTo>
                      <a:pt x="3018" y="3018"/>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32"/>
              <p:cNvSpPr/>
              <p:nvPr/>
            </p:nvSpPr>
            <p:spPr>
              <a:xfrm>
                <a:off x="1146746" y="3148347"/>
                <a:ext cx="54605" cy="54568"/>
              </a:xfrm>
              <a:custGeom>
                <a:rect b="b" l="l" r="r" t="t"/>
                <a:pathLst>
                  <a:path extrusionOk="0" h="3019" w="3021">
                    <a:moveTo>
                      <a:pt x="0" y="0"/>
                    </a:moveTo>
                    <a:lnTo>
                      <a:pt x="0" y="3018"/>
                    </a:lnTo>
                    <a:lnTo>
                      <a:pt x="3020" y="3018"/>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32"/>
              <p:cNvSpPr/>
              <p:nvPr/>
            </p:nvSpPr>
            <p:spPr>
              <a:xfrm>
                <a:off x="1092160" y="3148347"/>
                <a:ext cx="54605" cy="54568"/>
              </a:xfrm>
              <a:custGeom>
                <a:rect b="b" l="l" r="r" t="t"/>
                <a:pathLst>
                  <a:path extrusionOk="0" h="3019"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32"/>
              <p:cNvSpPr/>
              <p:nvPr/>
            </p:nvSpPr>
            <p:spPr>
              <a:xfrm>
                <a:off x="1419589" y="3093761"/>
                <a:ext cx="54586" cy="54605"/>
              </a:xfrm>
              <a:custGeom>
                <a:rect b="b" l="l" r="r" t="t"/>
                <a:pathLst>
                  <a:path extrusionOk="0" h="3021" w="3020">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32"/>
              <p:cNvSpPr/>
              <p:nvPr/>
            </p:nvSpPr>
            <p:spPr>
              <a:xfrm>
                <a:off x="1365038" y="3093761"/>
                <a:ext cx="54568" cy="54605"/>
              </a:xfrm>
              <a:custGeom>
                <a:rect b="b" l="l" r="r" t="t"/>
                <a:pathLst>
                  <a:path extrusionOk="0" h="3021" w="3019">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32"/>
              <p:cNvSpPr/>
              <p:nvPr/>
            </p:nvSpPr>
            <p:spPr>
              <a:xfrm>
                <a:off x="1310452" y="3093761"/>
                <a:ext cx="54568" cy="54605"/>
              </a:xfrm>
              <a:custGeom>
                <a:rect b="b" l="l" r="r" t="t"/>
                <a:pathLst>
                  <a:path extrusionOk="0" h="3021" w="3019">
                    <a:moveTo>
                      <a:pt x="1" y="1"/>
                    </a:moveTo>
                    <a:lnTo>
                      <a:pt x="1"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32"/>
              <p:cNvSpPr/>
              <p:nvPr/>
            </p:nvSpPr>
            <p:spPr>
              <a:xfrm>
                <a:off x="1255865" y="3093761"/>
                <a:ext cx="54605" cy="54605"/>
              </a:xfrm>
              <a:custGeom>
                <a:rect b="b" l="l" r="r" t="t"/>
                <a:pathLst>
                  <a:path extrusionOk="0" h="3021" w="3021">
                    <a:moveTo>
                      <a:pt x="1" y="1"/>
                    </a:moveTo>
                    <a:lnTo>
                      <a:pt x="1" y="3020"/>
                    </a:lnTo>
                    <a:lnTo>
                      <a:pt x="3021" y="3020"/>
                    </a:lnTo>
                    <a:lnTo>
                      <a:pt x="3021" y="1"/>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32"/>
              <p:cNvSpPr/>
              <p:nvPr/>
            </p:nvSpPr>
            <p:spPr>
              <a:xfrm>
                <a:off x="1201333" y="3093761"/>
                <a:ext cx="54550" cy="54605"/>
              </a:xfrm>
              <a:custGeom>
                <a:rect b="b" l="l" r="r" t="t"/>
                <a:pathLst>
                  <a:path extrusionOk="0" h="3021" w="3018">
                    <a:moveTo>
                      <a:pt x="0" y="1"/>
                    </a:moveTo>
                    <a:lnTo>
                      <a:pt x="0" y="3020"/>
                    </a:lnTo>
                    <a:lnTo>
                      <a:pt x="3018" y="3020"/>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32"/>
              <p:cNvSpPr/>
              <p:nvPr/>
            </p:nvSpPr>
            <p:spPr>
              <a:xfrm>
                <a:off x="1146746" y="3093761"/>
                <a:ext cx="54605" cy="54605"/>
              </a:xfrm>
              <a:custGeom>
                <a:rect b="b" l="l" r="r" t="t"/>
                <a:pathLst>
                  <a:path extrusionOk="0" h="3021" w="3021">
                    <a:moveTo>
                      <a:pt x="0" y="1"/>
                    </a:moveTo>
                    <a:lnTo>
                      <a:pt x="0" y="3020"/>
                    </a:lnTo>
                    <a:lnTo>
                      <a:pt x="3020" y="3020"/>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32"/>
              <p:cNvSpPr/>
              <p:nvPr/>
            </p:nvSpPr>
            <p:spPr>
              <a:xfrm>
                <a:off x="1092160"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32"/>
              <p:cNvSpPr/>
              <p:nvPr/>
            </p:nvSpPr>
            <p:spPr>
              <a:xfrm>
                <a:off x="1419589" y="3039228"/>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32"/>
              <p:cNvSpPr/>
              <p:nvPr/>
            </p:nvSpPr>
            <p:spPr>
              <a:xfrm>
                <a:off x="1255865" y="3039228"/>
                <a:ext cx="54605" cy="54550"/>
              </a:xfrm>
              <a:custGeom>
                <a:rect b="b" l="l" r="r" t="t"/>
                <a:pathLst>
                  <a:path extrusionOk="0" h="3018" w="3021">
                    <a:moveTo>
                      <a:pt x="1" y="0"/>
                    </a:moveTo>
                    <a:lnTo>
                      <a:pt x="1" y="3018"/>
                    </a:lnTo>
                    <a:lnTo>
                      <a:pt x="3021" y="3018"/>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32"/>
              <p:cNvSpPr/>
              <p:nvPr/>
            </p:nvSpPr>
            <p:spPr>
              <a:xfrm>
                <a:off x="1092160" y="30392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32"/>
              <p:cNvSpPr/>
              <p:nvPr/>
            </p:nvSpPr>
            <p:spPr>
              <a:xfrm>
                <a:off x="1419589" y="2984642"/>
                <a:ext cx="54586"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32"/>
              <p:cNvSpPr/>
              <p:nvPr/>
            </p:nvSpPr>
            <p:spPr>
              <a:xfrm>
                <a:off x="1365038" y="2984642"/>
                <a:ext cx="54568" cy="54587"/>
              </a:xfrm>
              <a:custGeom>
                <a:rect b="b" l="l" r="r" t="t"/>
                <a:pathLst>
                  <a:path extrusionOk="0" h="3020" w="3019">
                    <a:moveTo>
                      <a:pt x="0" y="0"/>
                    </a:moveTo>
                    <a:lnTo>
                      <a:pt x="0" y="3020"/>
                    </a:lnTo>
                    <a:lnTo>
                      <a:pt x="3018" y="3020"/>
                    </a:lnTo>
                    <a:lnTo>
                      <a:pt x="3018"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32"/>
              <p:cNvSpPr/>
              <p:nvPr/>
            </p:nvSpPr>
            <p:spPr>
              <a:xfrm>
                <a:off x="1255865" y="2984642"/>
                <a:ext cx="54605" cy="54587"/>
              </a:xfrm>
              <a:custGeom>
                <a:rect b="b" l="l" r="r" t="t"/>
                <a:pathLst>
                  <a:path extrusionOk="0" h="3020"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32"/>
              <p:cNvSpPr/>
              <p:nvPr/>
            </p:nvSpPr>
            <p:spPr>
              <a:xfrm>
                <a:off x="1146746" y="2984642"/>
                <a:ext cx="54605" cy="54587"/>
              </a:xfrm>
              <a:custGeom>
                <a:rect b="b" l="l" r="r" t="t"/>
                <a:pathLst>
                  <a:path extrusionOk="0" h="3020" w="3021">
                    <a:moveTo>
                      <a:pt x="0" y="0"/>
                    </a:moveTo>
                    <a:lnTo>
                      <a:pt x="0" y="3020"/>
                    </a:lnTo>
                    <a:lnTo>
                      <a:pt x="3020" y="3020"/>
                    </a:lnTo>
                    <a:lnTo>
                      <a:pt x="3020" y="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32"/>
              <p:cNvSpPr/>
              <p:nvPr/>
            </p:nvSpPr>
            <p:spPr>
              <a:xfrm>
                <a:off x="1092160"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32"/>
              <p:cNvSpPr/>
              <p:nvPr/>
            </p:nvSpPr>
            <p:spPr>
              <a:xfrm>
                <a:off x="1419589" y="2930055"/>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32"/>
              <p:cNvSpPr/>
              <p:nvPr/>
            </p:nvSpPr>
            <p:spPr>
              <a:xfrm>
                <a:off x="1255865" y="2930055"/>
                <a:ext cx="54605" cy="54605"/>
              </a:xfrm>
              <a:custGeom>
                <a:rect b="b" l="l" r="r" t="t"/>
                <a:pathLst>
                  <a:path extrusionOk="0" h="3021" w="3021">
                    <a:moveTo>
                      <a:pt x="1" y="0"/>
                    </a:moveTo>
                    <a:lnTo>
                      <a:pt x="1" y="3020"/>
                    </a:lnTo>
                    <a:lnTo>
                      <a:pt x="3021" y="3020"/>
                    </a:lnTo>
                    <a:lnTo>
                      <a:pt x="3021" y="0"/>
                    </a:lnTo>
                    <a:close/>
                  </a:path>
                </a:pathLst>
              </a:custGeom>
              <a:solidFill>
                <a:srgbClr val="FF145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32"/>
              <p:cNvSpPr/>
              <p:nvPr/>
            </p:nvSpPr>
            <p:spPr>
              <a:xfrm>
                <a:off x="1092160"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32"/>
              <p:cNvSpPr/>
              <p:nvPr/>
            </p:nvSpPr>
            <p:spPr>
              <a:xfrm>
                <a:off x="1365038" y="2875505"/>
                <a:ext cx="54568" cy="54568"/>
              </a:xfrm>
              <a:custGeom>
                <a:rect b="b" l="l" r="r" t="t"/>
                <a:pathLst>
                  <a:path extrusionOk="0" h="3019" w="3019">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32"/>
              <p:cNvSpPr/>
              <p:nvPr/>
            </p:nvSpPr>
            <p:spPr>
              <a:xfrm>
                <a:off x="1310452" y="2875505"/>
                <a:ext cx="54568" cy="54568"/>
              </a:xfrm>
              <a:custGeom>
                <a:rect b="b" l="l" r="r" t="t"/>
                <a:pathLst>
                  <a:path extrusionOk="0" h="3019" w="3019">
                    <a:moveTo>
                      <a:pt x="1" y="1"/>
                    </a:moveTo>
                    <a:lnTo>
                      <a:pt x="1"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32"/>
              <p:cNvSpPr/>
              <p:nvPr/>
            </p:nvSpPr>
            <p:spPr>
              <a:xfrm>
                <a:off x="1255865" y="2875505"/>
                <a:ext cx="54605" cy="54568"/>
              </a:xfrm>
              <a:custGeom>
                <a:rect b="b" l="l" r="r" t="t"/>
                <a:pathLst>
                  <a:path extrusionOk="0" h="3019" w="3021">
                    <a:moveTo>
                      <a:pt x="1" y="1"/>
                    </a:moveTo>
                    <a:lnTo>
                      <a:pt x="1" y="3018"/>
                    </a:lnTo>
                    <a:lnTo>
                      <a:pt x="3021" y="3018"/>
                    </a:lnTo>
                    <a:lnTo>
                      <a:pt x="3021"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32"/>
              <p:cNvSpPr/>
              <p:nvPr/>
            </p:nvSpPr>
            <p:spPr>
              <a:xfrm>
                <a:off x="1201333" y="2875505"/>
                <a:ext cx="54550" cy="54568"/>
              </a:xfrm>
              <a:custGeom>
                <a:rect b="b" l="l" r="r" t="t"/>
                <a:pathLst>
                  <a:path extrusionOk="0" h="3019" w="3018">
                    <a:moveTo>
                      <a:pt x="0" y="1"/>
                    </a:moveTo>
                    <a:lnTo>
                      <a:pt x="0" y="3018"/>
                    </a:lnTo>
                    <a:lnTo>
                      <a:pt x="3018" y="3018"/>
                    </a:lnTo>
                    <a:lnTo>
                      <a:pt x="301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32"/>
              <p:cNvSpPr/>
              <p:nvPr/>
            </p:nvSpPr>
            <p:spPr>
              <a:xfrm>
                <a:off x="1146746" y="2875505"/>
                <a:ext cx="54605" cy="54568"/>
              </a:xfrm>
              <a:custGeom>
                <a:rect b="b" l="l" r="r" t="t"/>
                <a:pathLst>
                  <a:path extrusionOk="0" h="3019" w="3021">
                    <a:moveTo>
                      <a:pt x="0" y="1"/>
                    </a:moveTo>
                    <a:lnTo>
                      <a:pt x="0" y="3018"/>
                    </a:lnTo>
                    <a:lnTo>
                      <a:pt x="3020" y="3018"/>
                    </a:lnTo>
                    <a:lnTo>
                      <a:pt x="3020"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32"/>
              <p:cNvSpPr/>
              <p:nvPr/>
            </p:nvSpPr>
            <p:spPr>
              <a:xfrm>
                <a:off x="1255865" y="2820919"/>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32"/>
              <p:cNvSpPr/>
              <p:nvPr/>
            </p:nvSpPr>
            <p:spPr>
              <a:xfrm>
                <a:off x="1310452" y="2766332"/>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32"/>
              <p:cNvSpPr/>
              <p:nvPr/>
            </p:nvSpPr>
            <p:spPr>
              <a:xfrm>
                <a:off x="1255865" y="2766332"/>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09" name="Shape 4909"/>
        <p:cNvGrpSpPr/>
        <p:nvPr/>
      </p:nvGrpSpPr>
      <p:grpSpPr>
        <a:xfrm>
          <a:off x="0" y="0"/>
          <a:ext cx="0" cy="0"/>
          <a:chOff x="0" y="0"/>
          <a:chExt cx="0" cy="0"/>
        </a:xfrm>
      </p:grpSpPr>
      <p:grpSp>
        <p:nvGrpSpPr>
          <p:cNvPr id="4910" name="Google Shape;4910;p33"/>
          <p:cNvGrpSpPr/>
          <p:nvPr/>
        </p:nvGrpSpPr>
        <p:grpSpPr>
          <a:xfrm>
            <a:off x="7619516" y="3343045"/>
            <a:ext cx="600271" cy="545702"/>
            <a:chOff x="983041" y="1749595"/>
            <a:chExt cx="600271" cy="545702"/>
          </a:xfrm>
        </p:grpSpPr>
        <p:sp>
          <p:nvSpPr>
            <p:cNvPr id="4911" name="Google Shape;4911;p33"/>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33"/>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33"/>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33"/>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33"/>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33"/>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33"/>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33"/>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33"/>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33"/>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33"/>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33"/>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33"/>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33"/>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33"/>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33"/>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33"/>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33"/>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33"/>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33"/>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33"/>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33"/>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33"/>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33"/>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33"/>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33"/>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33"/>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33"/>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33"/>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33"/>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33"/>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33"/>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33"/>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33"/>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33"/>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33"/>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33"/>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33"/>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33"/>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33"/>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33"/>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33"/>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33"/>
            <p:cNvSpPr/>
            <p:nvPr/>
          </p:nvSpPr>
          <p:spPr>
            <a:xfrm>
              <a:off x="1092100" y="1804175"/>
              <a:ext cx="381998" cy="381977"/>
            </a:xfrm>
            <a:custGeom>
              <a:rect b="b" l="l" r="r" t="t"/>
              <a:pathLst>
                <a:path extrusionOk="0" h="3020"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33"/>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33"/>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33"/>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33"/>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33"/>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33"/>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33"/>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33"/>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33"/>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33"/>
            <p:cNvSpPr/>
            <p:nvPr/>
          </p:nvSpPr>
          <p:spPr>
            <a:xfrm>
              <a:off x="1255880" y="1804150"/>
              <a:ext cx="109152" cy="54571"/>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33"/>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33"/>
            <p:cNvSpPr/>
            <p:nvPr/>
          </p:nvSpPr>
          <p:spPr>
            <a:xfrm>
              <a:off x="1092150" y="1749599"/>
              <a:ext cx="54627" cy="108073"/>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66" name="Google Shape;4966;p33"/>
          <p:cNvSpPr/>
          <p:nvPr/>
        </p:nvSpPr>
        <p:spPr>
          <a:xfrm rot="5395110">
            <a:off x="1888200" y="3660125"/>
            <a:ext cx="210900" cy="1161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7" name="Google Shape;4967;p33"/>
          <p:cNvSpPr/>
          <p:nvPr/>
        </p:nvSpPr>
        <p:spPr>
          <a:xfrm>
            <a:off x="5696500" y="41878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33"/>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33"/>
          <p:cNvSpPr/>
          <p:nvPr/>
        </p:nvSpPr>
        <p:spPr>
          <a:xfrm>
            <a:off x="4436975" y="661575"/>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33"/>
          <p:cNvSpPr/>
          <p:nvPr/>
        </p:nvSpPr>
        <p:spPr>
          <a:xfrm>
            <a:off x="1064750" y="29382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33"/>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33"/>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3" name="Google Shape;4973;p33"/>
          <p:cNvGrpSpPr/>
          <p:nvPr/>
        </p:nvGrpSpPr>
        <p:grpSpPr>
          <a:xfrm>
            <a:off x="3419735" y="294423"/>
            <a:ext cx="491152" cy="491152"/>
            <a:chOff x="3419735" y="294423"/>
            <a:chExt cx="491152" cy="491152"/>
          </a:xfrm>
        </p:grpSpPr>
        <p:grpSp>
          <p:nvGrpSpPr>
            <p:cNvPr id="4974" name="Google Shape;4974;p33"/>
            <p:cNvGrpSpPr/>
            <p:nvPr/>
          </p:nvGrpSpPr>
          <p:grpSpPr>
            <a:xfrm>
              <a:off x="3419735" y="294423"/>
              <a:ext cx="491152" cy="491152"/>
              <a:chOff x="1037610" y="705511"/>
              <a:chExt cx="491152" cy="491152"/>
            </a:xfrm>
          </p:grpSpPr>
          <p:sp>
            <p:nvSpPr>
              <p:cNvPr id="4975" name="Google Shape;4975;p33"/>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33"/>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33"/>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33"/>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33"/>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33"/>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33"/>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33"/>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33"/>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33"/>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33"/>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33"/>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33"/>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33"/>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33"/>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33"/>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33"/>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33"/>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33"/>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33"/>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33"/>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33"/>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33"/>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33"/>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33"/>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33"/>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33"/>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33"/>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33"/>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33"/>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33"/>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33"/>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33"/>
              <p:cNvSpPr/>
              <p:nvPr/>
            </p:nvSpPr>
            <p:spPr>
              <a:xfrm>
                <a:off x="1146750" y="814612"/>
                <a:ext cx="266777" cy="258046"/>
              </a:xfrm>
              <a:custGeom>
                <a:rect b="b" l="l" r="r" t="t"/>
                <a:pathLst>
                  <a:path extrusionOk="0" h="3021" w="3021">
                    <a:moveTo>
                      <a:pt x="0" y="0"/>
                    </a:moveTo>
                    <a:lnTo>
                      <a:pt x="0" y="3020"/>
                    </a:lnTo>
                    <a:lnTo>
                      <a:pt x="3020" y="3020"/>
                    </a:lnTo>
                    <a:lnTo>
                      <a:pt x="3020" y="0"/>
                    </a:lnTo>
                    <a:close/>
                  </a:path>
                </a:pathLst>
              </a:custGeom>
              <a:solidFill>
                <a:schemeClr val="dk1"/>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33"/>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33"/>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33"/>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33"/>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33"/>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33"/>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33"/>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5" name="Google Shape;5015;p33"/>
            <p:cNvGrpSpPr/>
            <p:nvPr/>
          </p:nvGrpSpPr>
          <p:grpSpPr>
            <a:xfrm>
              <a:off x="3419735" y="294423"/>
              <a:ext cx="491152" cy="491152"/>
              <a:chOff x="1037610" y="705511"/>
              <a:chExt cx="491152" cy="491152"/>
            </a:xfrm>
          </p:grpSpPr>
          <p:sp>
            <p:nvSpPr>
              <p:cNvPr id="5016" name="Google Shape;5016;p33"/>
              <p:cNvSpPr/>
              <p:nvPr/>
            </p:nvSpPr>
            <p:spPr>
              <a:xfrm>
                <a:off x="1365038" y="1142058"/>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33"/>
              <p:cNvSpPr/>
              <p:nvPr/>
            </p:nvSpPr>
            <p:spPr>
              <a:xfrm>
                <a:off x="1146746" y="1142058"/>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33"/>
              <p:cNvSpPr/>
              <p:nvPr/>
            </p:nvSpPr>
            <p:spPr>
              <a:xfrm>
                <a:off x="1310452" y="1087490"/>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33"/>
              <p:cNvSpPr/>
              <p:nvPr/>
            </p:nvSpPr>
            <p:spPr>
              <a:xfrm>
                <a:off x="1201333" y="1087490"/>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33"/>
              <p:cNvSpPr/>
              <p:nvPr/>
            </p:nvSpPr>
            <p:spPr>
              <a:xfrm>
                <a:off x="1365038" y="1032940"/>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33"/>
              <p:cNvSpPr/>
              <p:nvPr/>
            </p:nvSpPr>
            <p:spPr>
              <a:xfrm>
                <a:off x="1310452" y="1032940"/>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33"/>
              <p:cNvSpPr/>
              <p:nvPr/>
            </p:nvSpPr>
            <p:spPr>
              <a:xfrm>
                <a:off x="1255865" y="1032940"/>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33"/>
              <p:cNvSpPr/>
              <p:nvPr/>
            </p:nvSpPr>
            <p:spPr>
              <a:xfrm>
                <a:off x="1201333" y="1032940"/>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33"/>
              <p:cNvSpPr/>
              <p:nvPr/>
            </p:nvSpPr>
            <p:spPr>
              <a:xfrm>
                <a:off x="1146746" y="103294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33"/>
              <p:cNvSpPr/>
              <p:nvPr/>
            </p:nvSpPr>
            <p:spPr>
              <a:xfrm>
                <a:off x="1365038" y="978353"/>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33"/>
              <p:cNvSpPr/>
              <p:nvPr/>
            </p:nvSpPr>
            <p:spPr>
              <a:xfrm>
                <a:off x="1310452" y="97835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33"/>
              <p:cNvSpPr/>
              <p:nvPr/>
            </p:nvSpPr>
            <p:spPr>
              <a:xfrm>
                <a:off x="1201333" y="9783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33"/>
              <p:cNvSpPr/>
              <p:nvPr/>
            </p:nvSpPr>
            <p:spPr>
              <a:xfrm>
                <a:off x="1146746" y="9783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33"/>
              <p:cNvSpPr/>
              <p:nvPr/>
            </p:nvSpPr>
            <p:spPr>
              <a:xfrm>
                <a:off x="1419589" y="92376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33"/>
              <p:cNvSpPr/>
              <p:nvPr/>
            </p:nvSpPr>
            <p:spPr>
              <a:xfrm>
                <a:off x="1365038" y="923767"/>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33"/>
              <p:cNvSpPr/>
              <p:nvPr/>
            </p:nvSpPr>
            <p:spPr>
              <a:xfrm>
                <a:off x="1310452" y="92376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33"/>
              <p:cNvSpPr/>
              <p:nvPr/>
            </p:nvSpPr>
            <p:spPr>
              <a:xfrm>
                <a:off x="1255865" y="923767"/>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33"/>
              <p:cNvSpPr/>
              <p:nvPr/>
            </p:nvSpPr>
            <p:spPr>
              <a:xfrm>
                <a:off x="1201333" y="923767"/>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33"/>
              <p:cNvSpPr/>
              <p:nvPr/>
            </p:nvSpPr>
            <p:spPr>
              <a:xfrm>
                <a:off x="1146746" y="92376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33"/>
              <p:cNvSpPr/>
              <p:nvPr/>
            </p:nvSpPr>
            <p:spPr>
              <a:xfrm>
                <a:off x="1092160" y="92376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33"/>
              <p:cNvSpPr/>
              <p:nvPr/>
            </p:nvSpPr>
            <p:spPr>
              <a:xfrm>
                <a:off x="1474157" y="86923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33"/>
              <p:cNvSpPr/>
              <p:nvPr/>
            </p:nvSpPr>
            <p:spPr>
              <a:xfrm>
                <a:off x="1419589" y="86923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33"/>
              <p:cNvSpPr/>
              <p:nvPr/>
            </p:nvSpPr>
            <p:spPr>
              <a:xfrm>
                <a:off x="1365038" y="869234"/>
                <a:ext cx="54568" cy="54550"/>
              </a:xfrm>
              <a:custGeom>
                <a:rect b="b" l="l" r="r" t="t"/>
                <a:pathLst>
                  <a:path extrusionOk="0" h="3018" w="3019">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33"/>
              <p:cNvSpPr/>
              <p:nvPr/>
            </p:nvSpPr>
            <p:spPr>
              <a:xfrm>
                <a:off x="1255865" y="8692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33"/>
              <p:cNvSpPr/>
              <p:nvPr/>
            </p:nvSpPr>
            <p:spPr>
              <a:xfrm>
                <a:off x="1146746" y="869234"/>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33"/>
              <p:cNvSpPr/>
              <p:nvPr/>
            </p:nvSpPr>
            <p:spPr>
              <a:xfrm>
                <a:off x="1092160" y="86923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33"/>
              <p:cNvSpPr/>
              <p:nvPr/>
            </p:nvSpPr>
            <p:spPr>
              <a:xfrm>
                <a:off x="1037610" y="86923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33"/>
              <p:cNvSpPr/>
              <p:nvPr/>
            </p:nvSpPr>
            <p:spPr>
              <a:xfrm>
                <a:off x="1474157"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33"/>
              <p:cNvSpPr/>
              <p:nvPr/>
            </p:nvSpPr>
            <p:spPr>
              <a:xfrm>
                <a:off x="1365038" y="814648"/>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33"/>
              <p:cNvSpPr/>
              <p:nvPr/>
            </p:nvSpPr>
            <p:spPr>
              <a:xfrm>
                <a:off x="1310452"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33"/>
              <p:cNvSpPr/>
              <p:nvPr/>
            </p:nvSpPr>
            <p:spPr>
              <a:xfrm>
                <a:off x="1255865" y="814648"/>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33"/>
              <p:cNvSpPr/>
              <p:nvPr/>
            </p:nvSpPr>
            <p:spPr>
              <a:xfrm>
                <a:off x="1201333" y="814648"/>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33"/>
              <p:cNvSpPr/>
              <p:nvPr/>
            </p:nvSpPr>
            <p:spPr>
              <a:xfrm>
                <a:off x="1146746" y="814648"/>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33"/>
              <p:cNvSpPr/>
              <p:nvPr/>
            </p:nvSpPr>
            <p:spPr>
              <a:xfrm>
                <a:off x="1037610" y="814648"/>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33"/>
              <p:cNvSpPr/>
              <p:nvPr/>
            </p:nvSpPr>
            <p:spPr>
              <a:xfrm>
                <a:off x="1310452" y="7600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33"/>
              <p:cNvSpPr/>
              <p:nvPr/>
            </p:nvSpPr>
            <p:spPr>
              <a:xfrm>
                <a:off x="1201333" y="760061"/>
                <a:ext cx="54550" cy="54605"/>
              </a:xfrm>
              <a:custGeom>
                <a:rect b="b" l="l" r="r" t="t"/>
                <a:pathLst>
                  <a:path extrusionOk="0" h="3021" w="3018">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33"/>
              <p:cNvSpPr/>
              <p:nvPr/>
            </p:nvSpPr>
            <p:spPr>
              <a:xfrm>
                <a:off x="1365038" y="705511"/>
                <a:ext cx="54568" cy="54568"/>
              </a:xfrm>
              <a:custGeom>
                <a:rect b="b" l="l" r="r" t="t"/>
                <a:pathLst>
                  <a:path extrusionOk="0" h="3019" w="3019">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33"/>
              <p:cNvSpPr/>
              <p:nvPr/>
            </p:nvSpPr>
            <p:spPr>
              <a:xfrm>
                <a:off x="1310452" y="705511"/>
                <a:ext cx="54568" cy="54568"/>
              </a:xfrm>
              <a:custGeom>
                <a:rect b="b" l="l" r="r" t="t"/>
                <a:pathLst>
                  <a:path extrusionOk="0" h="3019" w="3019">
                    <a:moveTo>
                      <a:pt x="1" y="1"/>
                    </a:moveTo>
                    <a:lnTo>
                      <a:pt x="1"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33"/>
              <p:cNvSpPr/>
              <p:nvPr/>
            </p:nvSpPr>
            <p:spPr>
              <a:xfrm>
                <a:off x="1201333" y="705511"/>
                <a:ext cx="54550" cy="54568"/>
              </a:xfrm>
              <a:custGeom>
                <a:rect b="b" l="l" r="r" t="t"/>
                <a:pathLst>
                  <a:path extrusionOk="0" h="3019" w="3018">
                    <a:moveTo>
                      <a:pt x="0" y="1"/>
                    </a:moveTo>
                    <a:lnTo>
                      <a:pt x="0" y="3019"/>
                    </a:lnTo>
                    <a:lnTo>
                      <a:pt x="3018" y="3019"/>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33"/>
              <p:cNvSpPr/>
              <p:nvPr/>
            </p:nvSpPr>
            <p:spPr>
              <a:xfrm>
                <a:off x="1146746" y="705511"/>
                <a:ext cx="54605" cy="54568"/>
              </a:xfrm>
              <a:custGeom>
                <a:rect b="b" l="l" r="r" t="t"/>
                <a:pathLst>
                  <a:path extrusionOk="0" h="3019" w="3021">
                    <a:moveTo>
                      <a:pt x="0" y="1"/>
                    </a:moveTo>
                    <a:lnTo>
                      <a:pt x="0" y="3019"/>
                    </a:lnTo>
                    <a:lnTo>
                      <a:pt x="3020" y="3019"/>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56" name="Google Shape;5056;p33"/>
          <p:cNvGrpSpPr/>
          <p:nvPr/>
        </p:nvGrpSpPr>
        <p:grpSpPr>
          <a:xfrm>
            <a:off x="7030325" y="4135513"/>
            <a:ext cx="178225" cy="178225"/>
            <a:chOff x="6772475" y="3811500"/>
            <a:chExt cx="178225" cy="178225"/>
          </a:xfrm>
        </p:grpSpPr>
        <p:sp>
          <p:nvSpPr>
            <p:cNvPr id="5057" name="Google Shape;5057;p3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3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3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3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3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33"/>
          <p:cNvGrpSpPr/>
          <p:nvPr/>
        </p:nvGrpSpPr>
        <p:grpSpPr>
          <a:xfrm>
            <a:off x="1633900" y="735075"/>
            <a:ext cx="178225" cy="178225"/>
            <a:chOff x="6772475" y="3811500"/>
            <a:chExt cx="178225" cy="178225"/>
          </a:xfrm>
        </p:grpSpPr>
        <p:sp>
          <p:nvSpPr>
            <p:cNvPr id="5063" name="Google Shape;5063;p3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3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3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3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3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8" name="Google Shape;5068;p33"/>
          <p:cNvGrpSpPr/>
          <p:nvPr/>
        </p:nvGrpSpPr>
        <p:grpSpPr>
          <a:xfrm>
            <a:off x="801366" y="3598941"/>
            <a:ext cx="600271" cy="491134"/>
            <a:chOff x="801366" y="3598941"/>
            <a:chExt cx="600271" cy="491134"/>
          </a:xfrm>
        </p:grpSpPr>
        <p:sp>
          <p:nvSpPr>
            <p:cNvPr id="5069" name="Google Shape;5069;p33"/>
            <p:cNvSpPr/>
            <p:nvPr/>
          </p:nvSpPr>
          <p:spPr>
            <a:xfrm>
              <a:off x="1347069"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33"/>
            <p:cNvSpPr/>
            <p:nvPr/>
          </p:nvSpPr>
          <p:spPr>
            <a:xfrm>
              <a:off x="1292482" y="4035488"/>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33"/>
            <p:cNvSpPr/>
            <p:nvPr/>
          </p:nvSpPr>
          <p:spPr>
            <a:xfrm>
              <a:off x="1237914"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33"/>
            <p:cNvSpPr/>
            <p:nvPr/>
          </p:nvSpPr>
          <p:spPr>
            <a:xfrm>
              <a:off x="1183363" y="4035488"/>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33"/>
            <p:cNvSpPr/>
            <p:nvPr/>
          </p:nvSpPr>
          <p:spPr>
            <a:xfrm>
              <a:off x="965071"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33"/>
            <p:cNvSpPr/>
            <p:nvPr/>
          </p:nvSpPr>
          <p:spPr>
            <a:xfrm>
              <a:off x="910485" y="4035488"/>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33"/>
            <p:cNvSpPr/>
            <p:nvPr/>
          </p:nvSpPr>
          <p:spPr>
            <a:xfrm>
              <a:off x="855935" y="4035488"/>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33"/>
            <p:cNvSpPr/>
            <p:nvPr/>
          </p:nvSpPr>
          <p:spPr>
            <a:xfrm>
              <a:off x="801366" y="4035488"/>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33"/>
            <p:cNvSpPr/>
            <p:nvPr/>
          </p:nvSpPr>
          <p:spPr>
            <a:xfrm>
              <a:off x="1237914" y="398093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33"/>
            <p:cNvSpPr/>
            <p:nvPr/>
          </p:nvSpPr>
          <p:spPr>
            <a:xfrm>
              <a:off x="910485" y="398093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33"/>
            <p:cNvSpPr/>
            <p:nvPr/>
          </p:nvSpPr>
          <p:spPr>
            <a:xfrm>
              <a:off x="1347069"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33"/>
            <p:cNvSpPr/>
            <p:nvPr/>
          </p:nvSpPr>
          <p:spPr>
            <a:xfrm>
              <a:off x="1237914" y="3926351"/>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33"/>
            <p:cNvSpPr/>
            <p:nvPr/>
          </p:nvSpPr>
          <p:spPr>
            <a:xfrm>
              <a:off x="1183363" y="3926351"/>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33"/>
            <p:cNvSpPr/>
            <p:nvPr/>
          </p:nvSpPr>
          <p:spPr>
            <a:xfrm>
              <a:off x="1128777" y="3926351"/>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33"/>
            <p:cNvSpPr/>
            <p:nvPr/>
          </p:nvSpPr>
          <p:spPr>
            <a:xfrm>
              <a:off x="1074190" y="3926351"/>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33"/>
            <p:cNvSpPr/>
            <p:nvPr/>
          </p:nvSpPr>
          <p:spPr>
            <a:xfrm>
              <a:off x="1019658" y="3926351"/>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33"/>
            <p:cNvSpPr/>
            <p:nvPr/>
          </p:nvSpPr>
          <p:spPr>
            <a:xfrm>
              <a:off x="965071"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33"/>
            <p:cNvSpPr/>
            <p:nvPr/>
          </p:nvSpPr>
          <p:spPr>
            <a:xfrm>
              <a:off x="910485" y="3926351"/>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33"/>
            <p:cNvSpPr/>
            <p:nvPr/>
          </p:nvSpPr>
          <p:spPr>
            <a:xfrm>
              <a:off x="1347069"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33"/>
            <p:cNvSpPr/>
            <p:nvPr/>
          </p:nvSpPr>
          <p:spPr>
            <a:xfrm>
              <a:off x="1237914" y="3871819"/>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33"/>
            <p:cNvSpPr/>
            <p:nvPr/>
          </p:nvSpPr>
          <p:spPr>
            <a:xfrm>
              <a:off x="1183363" y="3871819"/>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33"/>
            <p:cNvSpPr/>
            <p:nvPr/>
          </p:nvSpPr>
          <p:spPr>
            <a:xfrm>
              <a:off x="1128777" y="3871819"/>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33"/>
            <p:cNvSpPr/>
            <p:nvPr/>
          </p:nvSpPr>
          <p:spPr>
            <a:xfrm>
              <a:off x="1019658" y="3871819"/>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33"/>
            <p:cNvSpPr/>
            <p:nvPr/>
          </p:nvSpPr>
          <p:spPr>
            <a:xfrm>
              <a:off x="965071"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33"/>
            <p:cNvSpPr/>
            <p:nvPr/>
          </p:nvSpPr>
          <p:spPr>
            <a:xfrm>
              <a:off x="910485" y="3871819"/>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33"/>
            <p:cNvSpPr/>
            <p:nvPr/>
          </p:nvSpPr>
          <p:spPr>
            <a:xfrm>
              <a:off x="1347069"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33"/>
            <p:cNvSpPr/>
            <p:nvPr/>
          </p:nvSpPr>
          <p:spPr>
            <a:xfrm>
              <a:off x="1292482"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33"/>
            <p:cNvSpPr/>
            <p:nvPr/>
          </p:nvSpPr>
          <p:spPr>
            <a:xfrm>
              <a:off x="1237914" y="3817233"/>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33"/>
            <p:cNvSpPr/>
            <p:nvPr/>
          </p:nvSpPr>
          <p:spPr>
            <a:xfrm>
              <a:off x="1183363" y="3817233"/>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33"/>
            <p:cNvSpPr/>
            <p:nvPr/>
          </p:nvSpPr>
          <p:spPr>
            <a:xfrm>
              <a:off x="1128777"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33"/>
            <p:cNvSpPr/>
            <p:nvPr/>
          </p:nvSpPr>
          <p:spPr>
            <a:xfrm>
              <a:off x="1074190" y="3817233"/>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33"/>
            <p:cNvSpPr/>
            <p:nvPr/>
          </p:nvSpPr>
          <p:spPr>
            <a:xfrm>
              <a:off x="1019658" y="3817233"/>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33"/>
            <p:cNvSpPr/>
            <p:nvPr/>
          </p:nvSpPr>
          <p:spPr>
            <a:xfrm>
              <a:off x="965071"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33"/>
            <p:cNvSpPr/>
            <p:nvPr/>
          </p:nvSpPr>
          <p:spPr>
            <a:xfrm>
              <a:off x="910485" y="3817233"/>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33"/>
            <p:cNvSpPr/>
            <p:nvPr/>
          </p:nvSpPr>
          <p:spPr>
            <a:xfrm>
              <a:off x="855935" y="3817233"/>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33"/>
            <p:cNvSpPr/>
            <p:nvPr/>
          </p:nvSpPr>
          <p:spPr>
            <a:xfrm>
              <a:off x="1292482" y="376264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33"/>
            <p:cNvSpPr/>
            <p:nvPr/>
          </p:nvSpPr>
          <p:spPr>
            <a:xfrm>
              <a:off x="1237914"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33"/>
            <p:cNvSpPr/>
            <p:nvPr/>
          </p:nvSpPr>
          <p:spPr>
            <a:xfrm>
              <a:off x="910485" y="376264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33"/>
            <p:cNvSpPr/>
            <p:nvPr/>
          </p:nvSpPr>
          <p:spPr>
            <a:xfrm>
              <a:off x="855935" y="376264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33"/>
            <p:cNvSpPr/>
            <p:nvPr/>
          </p:nvSpPr>
          <p:spPr>
            <a:xfrm>
              <a:off x="801366" y="376264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33"/>
            <p:cNvSpPr/>
            <p:nvPr/>
          </p:nvSpPr>
          <p:spPr>
            <a:xfrm>
              <a:off x="1237914"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33"/>
            <p:cNvSpPr/>
            <p:nvPr/>
          </p:nvSpPr>
          <p:spPr>
            <a:xfrm>
              <a:off x="1183363" y="370809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33"/>
            <p:cNvSpPr/>
            <p:nvPr/>
          </p:nvSpPr>
          <p:spPr>
            <a:xfrm>
              <a:off x="1128777" y="370809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33"/>
            <p:cNvSpPr/>
            <p:nvPr/>
          </p:nvSpPr>
          <p:spPr>
            <a:xfrm>
              <a:off x="965071" y="370809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33"/>
            <p:cNvSpPr/>
            <p:nvPr/>
          </p:nvSpPr>
          <p:spPr>
            <a:xfrm>
              <a:off x="998350" y="3735001"/>
              <a:ext cx="255973" cy="187921"/>
            </a:xfrm>
            <a:custGeom>
              <a:rect b="b" l="l" r="r" t="t"/>
              <a:pathLst>
                <a:path extrusionOk="0" h="3021" w="3019">
                  <a:moveTo>
                    <a:pt x="1" y="0"/>
                  </a:moveTo>
                  <a:lnTo>
                    <a:pt x="1" y="3020"/>
                  </a:lnTo>
                  <a:lnTo>
                    <a:pt x="3018" y="3020"/>
                  </a:lnTo>
                  <a:lnTo>
                    <a:pt x="30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33"/>
            <p:cNvSpPr/>
            <p:nvPr/>
          </p:nvSpPr>
          <p:spPr>
            <a:xfrm>
              <a:off x="801366" y="370809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33"/>
            <p:cNvSpPr/>
            <p:nvPr/>
          </p:nvSpPr>
          <p:spPr>
            <a:xfrm>
              <a:off x="1183363" y="3653509"/>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33"/>
            <p:cNvSpPr/>
            <p:nvPr/>
          </p:nvSpPr>
          <p:spPr>
            <a:xfrm>
              <a:off x="1019658" y="365350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33"/>
            <p:cNvSpPr/>
            <p:nvPr/>
          </p:nvSpPr>
          <p:spPr>
            <a:xfrm>
              <a:off x="801366" y="365350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33"/>
            <p:cNvSpPr/>
            <p:nvPr/>
          </p:nvSpPr>
          <p:spPr>
            <a:xfrm>
              <a:off x="1237914" y="359894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33"/>
            <p:cNvSpPr/>
            <p:nvPr/>
          </p:nvSpPr>
          <p:spPr>
            <a:xfrm>
              <a:off x="1183363" y="359894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33"/>
            <p:cNvSpPr/>
            <p:nvPr/>
          </p:nvSpPr>
          <p:spPr>
            <a:xfrm>
              <a:off x="1019658" y="359894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33"/>
            <p:cNvSpPr/>
            <p:nvPr/>
          </p:nvSpPr>
          <p:spPr>
            <a:xfrm>
              <a:off x="965071" y="359894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2" name="Google Shape;5122;p33"/>
            <p:cNvGrpSpPr/>
            <p:nvPr/>
          </p:nvGrpSpPr>
          <p:grpSpPr>
            <a:xfrm>
              <a:off x="801366" y="3598941"/>
              <a:ext cx="600271" cy="491134"/>
              <a:chOff x="983041" y="3919553"/>
              <a:chExt cx="600271" cy="491134"/>
            </a:xfrm>
          </p:grpSpPr>
          <p:sp>
            <p:nvSpPr>
              <p:cNvPr id="5123" name="Google Shape;5123;p33"/>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33"/>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33"/>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33"/>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33"/>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33"/>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33"/>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33"/>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33"/>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33"/>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33"/>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33"/>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33"/>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33"/>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33"/>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33"/>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33"/>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33"/>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33"/>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33"/>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33"/>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33"/>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33"/>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33"/>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33"/>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33"/>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33"/>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33"/>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33"/>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33"/>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33"/>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33"/>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33"/>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33"/>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33"/>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33"/>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33"/>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33"/>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33"/>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33"/>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33"/>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33"/>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33"/>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33"/>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33"/>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33"/>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33"/>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33"/>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33"/>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33"/>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33"/>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33"/>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33"/>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33"/>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33"/>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33"/>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79" name="Google Shape;5179;p33"/>
          <p:cNvGrpSpPr/>
          <p:nvPr/>
        </p:nvGrpSpPr>
        <p:grpSpPr>
          <a:xfrm>
            <a:off x="5480575" y="649425"/>
            <a:ext cx="178225" cy="178225"/>
            <a:chOff x="6772475" y="3811500"/>
            <a:chExt cx="178225" cy="178225"/>
          </a:xfrm>
        </p:grpSpPr>
        <p:sp>
          <p:nvSpPr>
            <p:cNvPr id="5180" name="Google Shape;5180;p33"/>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33"/>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33"/>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33"/>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33"/>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85" name="Google Shape;5185;p33"/>
          <p:cNvSpPr/>
          <p:nvPr/>
        </p:nvSpPr>
        <p:spPr>
          <a:xfrm>
            <a:off x="7779125"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33"/>
          <p:cNvSpPr/>
          <p:nvPr/>
        </p:nvSpPr>
        <p:spPr>
          <a:xfrm>
            <a:off x="7944200" y="3451125"/>
            <a:ext cx="112500" cy="16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87" name="Google Shape;5187;p33"/>
          <p:cNvGrpSpPr/>
          <p:nvPr/>
        </p:nvGrpSpPr>
        <p:grpSpPr>
          <a:xfrm>
            <a:off x="7619516" y="3343045"/>
            <a:ext cx="600271" cy="545702"/>
            <a:chOff x="983041" y="1749595"/>
            <a:chExt cx="600271" cy="545702"/>
          </a:xfrm>
        </p:grpSpPr>
        <p:sp>
          <p:nvSpPr>
            <p:cNvPr id="5188" name="Google Shape;5188;p33"/>
            <p:cNvSpPr/>
            <p:nvPr/>
          </p:nvSpPr>
          <p:spPr>
            <a:xfrm>
              <a:off x="1419589" y="2240693"/>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33"/>
            <p:cNvSpPr/>
            <p:nvPr/>
          </p:nvSpPr>
          <p:spPr>
            <a:xfrm>
              <a:off x="1092160" y="2240693"/>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33"/>
            <p:cNvSpPr/>
            <p:nvPr/>
          </p:nvSpPr>
          <p:spPr>
            <a:xfrm>
              <a:off x="1365038" y="2186143"/>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33"/>
            <p:cNvSpPr/>
            <p:nvPr/>
          </p:nvSpPr>
          <p:spPr>
            <a:xfrm>
              <a:off x="1146746" y="2186143"/>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33"/>
            <p:cNvSpPr/>
            <p:nvPr/>
          </p:nvSpPr>
          <p:spPr>
            <a:xfrm>
              <a:off x="1419589" y="213155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33"/>
            <p:cNvSpPr/>
            <p:nvPr/>
          </p:nvSpPr>
          <p:spPr>
            <a:xfrm>
              <a:off x="1365038" y="2131556"/>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33"/>
            <p:cNvSpPr/>
            <p:nvPr/>
          </p:nvSpPr>
          <p:spPr>
            <a:xfrm>
              <a:off x="1310452" y="2131556"/>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33"/>
            <p:cNvSpPr/>
            <p:nvPr/>
          </p:nvSpPr>
          <p:spPr>
            <a:xfrm>
              <a:off x="1255865" y="2131556"/>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33"/>
            <p:cNvSpPr/>
            <p:nvPr/>
          </p:nvSpPr>
          <p:spPr>
            <a:xfrm>
              <a:off x="1201333" y="2131556"/>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33"/>
            <p:cNvSpPr/>
            <p:nvPr/>
          </p:nvSpPr>
          <p:spPr>
            <a:xfrm>
              <a:off x="1146746"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33"/>
            <p:cNvSpPr/>
            <p:nvPr/>
          </p:nvSpPr>
          <p:spPr>
            <a:xfrm>
              <a:off x="1092160" y="213155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33"/>
            <p:cNvSpPr/>
            <p:nvPr/>
          </p:nvSpPr>
          <p:spPr>
            <a:xfrm>
              <a:off x="1474157" y="207702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33"/>
            <p:cNvSpPr/>
            <p:nvPr/>
          </p:nvSpPr>
          <p:spPr>
            <a:xfrm>
              <a:off x="1419589" y="2077024"/>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33"/>
            <p:cNvSpPr/>
            <p:nvPr/>
          </p:nvSpPr>
          <p:spPr>
            <a:xfrm>
              <a:off x="1365038" y="2077024"/>
              <a:ext cx="54568" cy="54550"/>
            </a:xfrm>
            <a:custGeom>
              <a:rect b="b" l="l" r="r" t="t"/>
              <a:pathLst>
                <a:path extrusionOk="0" h="3018" w="3019">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33"/>
            <p:cNvSpPr/>
            <p:nvPr/>
          </p:nvSpPr>
          <p:spPr>
            <a:xfrm>
              <a:off x="1310452"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33"/>
            <p:cNvSpPr/>
            <p:nvPr/>
          </p:nvSpPr>
          <p:spPr>
            <a:xfrm>
              <a:off x="1201333" y="207702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33"/>
            <p:cNvSpPr/>
            <p:nvPr/>
          </p:nvSpPr>
          <p:spPr>
            <a:xfrm>
              <a:off x="1146746"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33"/>
            <p:cNvSpPr/>
            <p:nvPr/>
          </p:nvSpPr>
          <p:spPr>
            <a:xfrm>
              <a:off x="1092160" y="2077024"/>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33"/>
            <p:cNvSpPr/>
            <p:nvPr/>
          </p:nvSpPr>
          <p:spPr>
            <a:xfrm>
              <a:off x="1037610" y="2077024"/>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33"/>
            <p:cNvSpPr/>
            <p:nvPr/>
          </p:nvSpPr>
          <p:spPr>
            <a:xfrm>
              <a:off x="1474157"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33"/>
            <p:cNvSpPr/>
            <p:nvPr/>
          </p:nvSpPr>
          <p:spPr>
            <a:xfrm>
              <a:off x="1419589" y="2022437"/>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33"/>
            <p:cNvSpPr/>
            <p:nvPr/>
          </p:nvSpPr>
          <p:spPr>
            <a:xfrm>
              <a:off x="1365038" y="2022437"/>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33"/>
            <p:cNvSpPr/>
            <p:nvPr/>
          </p:nvSpPr>
          <p:spPr>
            <a:xfrm>
              <a:off x="1310452"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33"/>
            <p:cNvSpPr/>
            <p:nvPr/>
          </p:nvSpPr>
          <p:spPr>
            <a:xfrm>
              <a:off x="1255865" y="2022437"/>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33"/>
            <p:cNvSpPr/>
            <p:nvPr/>
          </p:nvSpPr>
          <p:spPr>
            <a:xfrm>
              <a:off x="1201333" y="2022437"/>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33"/>
            <p:cNvSpPr/>
            <p:nvPr/>
          </p:nvSpPr>
          <p:spPr>
            <a:xfrm>
              <a:off x="1146746"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33"/>
            <p:cNvSpPr/>
            <p:nvPr/>
          </p:nvSpPr>
          <p:spPr>
            <a:xfrm>
              <a:off x="1092160" y="2022437"/>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33"/>
            <p:cNvSpPr/>
            <p:nvPr/>
          </p:nvSpPr>
          <p:spPr>
            <a:xfrm>
              <a:off x="1037610" y="2022437"/>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33"/>
            <p:cNvSpPr/>
            <p:nvPr/>
          </p:nvSpPr>
          <p:spPr>
            <a:xfrm>
              <a:off x="1419589" y="1967851"/>
              <a:ext cx="54586" cy="54605"/>
            </a:xfrm>
            <a:custGeom>
              <a:rect b="b" l="l" r="r" t="t"/>
              <a:pathLst>
                <a:path extrusionOk="0" h="3021"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33"/>
            <p:cNvSpPr/>
            <p:nvPr/>
          </p:nvSpPr>
          <p:spPr>
            <a:xfrm>
              <a:off x="1255865" y="1967851"/>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33"/>
            <p:cNvSpPr/>
            <p:nvPr/>
          </p:nvSpPr>
          <p:spPr>
            <a:xfrm>
              <a:off x="1092160" y="1967851"/>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33"/>
            <p:cNvSpPr/>
            <p:nvPr/>
          </p:nvSpPr>
          <p:spPr>
            <a:xfrm>
              <a:off x="1474157" y="191330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33"/>
            <p:cNvSpPr/>
            <p:nvPr/>
          </p:nvSpPr>
          <p:spPr>
            <a:xfrm>
              <a:off x="1419589" y="191330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33"/>
            <p:cNvSpPr/>
            <p:nvPr/>
          </p:nvSpPr>
          <p:spPr>
            <a:xfrm>
              <a:off x="1365038" y="1913301"/>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33"/>
            <p:cNvSpPr/>
            <p:nvPr/>
          </p:nvSpPr>
          <p:spPr>
            <a:xfrm>
              <a:off x="1255865" y="1913301"/>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33"/>
            <p:cNvSpPr/>
            <p:nvPr/>
          </p:nvSpPr>
          <p:spPr>
            <a:xfrm>
              <a:off x="1201333" y="1913301"/>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33"/>
            <p:cNvSpPr/>
            <p:nvPr/>
          </p:nvSpPr>
          <p:spPr>
            <a:xfrm>
              <a:off x="1092160" y="191330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33"/>
            <p:cNvSpPr/>
            <p:nvPr/>
          </p:nvSpPr>
          <p:spPr>
            <a:xfrm>
              <a:off x="1037610" y="191330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33"/>
            <p:cNvSpPr/>
            <p:nvPr/>
          </p:nvSpPr>
          <p:spPr>
            <a:xfrm>
              <a:off x="1528744"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33"/>
            <p:cNvSpPr/>
            <p:nvPr/>
          </p:nvSpPr>
          <p:spPr>
            <a:xfrm>
              <a:off x="1474157"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33"/>
            <p:cNvSpPr/>
            <p:nvPr/>
          </p:nvSpPr>
          <p:spPr>
            <a:xfrm>
              <a:off x="1419589"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33"/>
            <p:cNvSpPr/>
            <p:nvPr/>
          </p:nvSpPr>
          <p:spPr>
            <a:xfrm>
              <a:off x="1255865" y="1858732"/>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33"/>
            <p:cNvSpPr/>
            <p:nvPr/>
          </p:nvSpPr>
          <p:spPr>
            <a:xfrm>
              <a:off x="1092160" y="1858732"/>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33"/>
            <p:cNvSpPr/>
            <p:nvPr/>
          </p:nvSpPr>
          <p:spPr>
            <a:xfrm>
              <a:off x="1037610" y="1858732"/>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33"/>
            <p:cNvSpPr/>
            <p:nvPr/>
          </p:nvSpPr>
          <p:spPr>
            <a:xfrm>
              <a:off x="983041" y="1858732"/>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33"/>
            <p:cNvSpPr/>
            <p:nvPr/>
          </p:nvSpPr>
          <p:spPr>
            <a:xfrm>
              <a:off x="1528744" y="180414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33"/>
            <p:cNvSpPr/>
            <p:nvPr/>
          </p:nvSpPr>
          <p:spPr>
            <a:xfrm>
              <a:off x="1365038" y="1804146"/>
              <a:ext cx="54568" cy="54587"/>
            </a:xfrm>
            <a:custGeom>
              <a:rect b="b" l="l" r="r" t="t"/>
              <a:pathLst>
                <a:path extrusionOk="0" h="3020"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33"/>
            <p:cNvSpPr/>
            <p:nvPr/>
          </p:nvSpPr>
          <p:spPr>
            <a:xfrm>
              <a:off x="1310452" y="1804146"/>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33"/>
            <p:cNvSpPr/>
            <p:nvPr/>
          </p:nvSpPr>
          <p:spPr>
            <a:xfrm>
              <a:off x="1201333" y="1804146"/>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33"/>
            <p:cNvSpPr/>
            <p:nvPr/>
          </p:nvSpPr>
          <p:spPr>
            <a:xfrm>
              <a:off x="1146746" y="1804146"/>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33"/>
            <p:cNvSpPr/>
            <p:nvPr/>
          </p:nvSpPr>
          <p:spPr>
            <a:xfrm>
              <a:off x="983041" y="1804146"/>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33"/>
            <p:cNvSpPr/>
            <p:nvPr/>
          </p:nvSpPr>
          <p:spPr>
            <a:xfrm>
              <a:off x="1528744" y="174959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33"/>
            <p:cNvSpPr/>
            <p:nvPr/>
          </p:nvSpPr>
          <p:spPr>
            <a:xfrm>
              <a:off x="1419589" y="1749595"/>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33"/>
            <p:cNvSpPr/>
            <p:nvPr/>
          </p:nvSpPr>
          <p:spPr>
            <a:xfrm>
              <a:off x="1365038" y="1749595"/>
              <a:ext cx="54568" cy="54568"/>
            </a:xfrm>
            <a:custGeom>
              <a:rect b="b" l="l" r="r" t="t"/>
              <a:pathLst>
                <a:path extrusionOk="0" h="3019" w="3019">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33"/>
            <p:cNvSpPr/>
            <p:nvPr/>
          </p:nvSpPr>
          <p:spPr>
            <a:xfrm>
              <a:off x="1146746"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33"/>
            <p:cNvSpPr/>
            <p:nvPr/>
          </p:nvSpPr>
          <p:spPr>
            <a:xfrm>
              <a:off x="1092160" y="174959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33"/>
            <p:cNvSpPr/>
            <p:nvPr/>
          </p:nvSpPr>
          <p:spPr>
            <a:xfrm>
              <a:off x="983041" y="1749595"/>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5" name="Google Shape;5245;p33"/>
          <p:cNvGrpSpPr/>
          <p:nvPr/>
        </p:nvGrpSpPr>
        <p:grpSpPr>
          <a:xfrm>
            <a:off x="3946225" y="4442088"/>
            <a:ext cx="1252525" cy="322800"/>
            <a:chOff x="3946225" y="4442088"/>
            <a:chExt cx="1252525" cy="322800"/>
          </a:xfrm>
        </p:grpSpPr>
        <p:grpSp>
          <p:nvGrpSpPr>
            <p:cNvPr id="5246" name="Google Shape;5246;p33"/>
            <p:cNvGrpSpPr/>
            <p:nvPr/>
          </p:nvGrpSpPr>
          <p:grpSpPr>
            <a:xfrm>
              <a:off x="4386225" y="4442088"/>
              <a:ext cx="372525" cy="322800"/>
              <a:chOff x="4386225" y="4090138"/>
              <a:chExt cx="372525" cy="322800"/>
            </a:xfrm>
          </p:grpSpPr>
          <p:sp>
            <p:nvSpPr>
              <p:cNvPr id="5247" name="Google Shape;5247;p33"/>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33"/>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33"/>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33"/>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33"/>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33"/>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33"/>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33"/>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33"/>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33"/>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33"/>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33"/>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33"/>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33"/>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33"/>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33"/>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33"/>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33"/>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33"/>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33"/>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33"/>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33"/>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33"/>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33"/>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33"/>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33"/>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33"/>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4" name="Google Shape;5274;p33"/>
            <p:cNvGrpSpPr/>
            <p:nvPr/>
          </p:nvGrpSpPr>
          <p:grpSpPr>
            <a:xfrm>
              <a:off x="4826225" y="4442088"/>
              <a:ext cx="372525" cy="322800"/>
              <a:chOff x="4826225" y="4090138"/>
              <a:chExt cx="372525" cy="322800"/>
            </a:xfrm>
          </p:grpSpPr>
          <p:sp>
            <p:nvSpPr>
              <p:cNvPr id="5275" name="Google Shape;5275;p33"/>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33"/>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33"/>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33"/>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33"/>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33"/>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33"/>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33"/>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33"/>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33"/>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33"/>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33"/>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33"/>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33"/>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33"/>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33"/>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33"/>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33"/>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3" name="Google Shape;5293;p33"/>
            <p:cNvGrpSpPr/>
            <p:nvPr/>
          </p:nvGrpSpPr>
          <p:grpSpPr>
            <a:xfrm>
              <a:off x="3946225" y="4442088"/>
              <a:ext cx="372525" cy="322800"/>
              <a:chOff x="3946225" y="4090138"/>
              <a:chExt cx="372525" cy="322800"/>
            </a:xfrm>
          </p:grpSpPr>
          <p:sp>
            <p:nvSpPr>
              <p:cNvPr id="5294" name="Google Shape;5294;p33"/>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33"/>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33"/>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33"/>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33"/>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33"/>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33"/>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33"/>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33"/>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33"/>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33"/>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33"/>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33"/>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33"/>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33"/>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33"/>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33"/>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33"/>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33"/>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33"/>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33"/>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33"/>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33"/>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33"/>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33"/>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33"/>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33"/>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33"/>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33"/>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33"/>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33"/>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33"/>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33"/>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33"/>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33"/>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33"/>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33"/>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33"/>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33"/>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33"/>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33"/>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33"/>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33"/>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37" name="Google Shape;5337;p33"/>
          <p:cNvSpPr txBox="1"/>
          <p:nvPr>
            <p:ph type="ctrTitle"/>
          </p:nvPr>
        </p:nvSpPr>
        <p:spPr>
          <a:xfrm>
            <a:off x="493050" y="2202850"/>
            <a:ext cx="8180100" cy="54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sz="4800"/>
              <a:t>Challenges</a:t>
            </a:r>
            <a:endParaRPr sz="4800"/>
          </a:p>
        </p:txBody>
      </p:sp>
      <p:sp>
        <p:nvSpPr>
          <p:cNvPr id="5338" name="Google Shape;5338;p33"/>
          <p:cNvSpPr/>
          <p:nvPr/>
        </p:nvSpPr>
        <p:spPr>
          <a:xfrm>
            <a:off x="3613429" y="1105002"/>
            <a:ext cx="2000136" cy="914399"/>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05</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2" name="Shape 5342"/>
        <p:cNvGrpSpPr/>
        <p:nvPr/>
      </p:nvGrpSpPr>
      <p:grpSpPr>
        <a:xfrm>
          <a:off x="0" y="0"/>
          <a:ext cx="0" cy="0"/>
          <a:chOff x="0" y="0"/>
          <a:chExt cx="0" cy="0"/>
        </a:xfrm>
      </p:grpSpPr>
      <p:sp>
        <p:nvSpPr>
          <p:cNvPr id="5343" name="Google Shape;5343;p34"/>
          <p:cNvSpPr txBox="1"/>
          <p:nvPr>
            <p:ph type="title"/>
          </p:nvPr>
        </p:nvSpPr>
        <p:spPr>
          <a:xfrm>
            <a:off x="1090975" y="3157775"/>
            <a:ext cx="7571100" cy="531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Faker</a:t>
            </a:r>
            <a:endParaRPr/>
          </a:p>
        </p:txBody>
      </p:sp>
      <p:sp>
        <p:nvSpPr>
          <p:cNvPr id="5344" name="Google Shape;5344;p34"/>
          <p:cNvSpPr txBox="1"/>
          <p:nvPr>
            <p:ph idx="1" type="subTitle"/>
          </p:nvPr>
        </p:nvSpPr>
        <p:spPr>
          <a:xfrm>
            <a:off x="1090975" y="1188100"/>
            <a:ext cx="6067800" cy="174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300"/>
              <a:t>“If you cannot spot a troll in your team, well, it’s </a:t>
            </a:r>
            <a:r>
              <a:rPr b="1" i="1" lang="en" sz="3300" u="sng"/>
              <a:t>you</a:t>
            </a:r>
            <a:r>
              <a:rPr lang="en" sz="3300"/>
              <a:t>.”</a:t>
            </a:r>
            <a:endParaRPr sz="3300"/>
          </a:p>
        </p:txBody>
      </p:sp>
      <p:sp>
        <p:nvSpPr>
          <p:cNvPr id="5345" name="Google Shape;5345;p34"/>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SLIDESGO</a:t>
            </a:r>
            <a:endParaRPr/>
          </a:p>
        </p:txBody>
      </p:sp>
      <p:sp>
        <p:nvSpPr>
          <p:cNvPr id="5346" name="Google Shape;5346;p34"/>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CREDITS</a:t>
            </a:r>
            <a:endParaRPr/>
          </a:p>
        </p:txBody>
      </p:sp>
      <p:sp>
        <p:nvSpPr>
          <p:cNvPr id="5347" name="Google Shape;5347;p34"/>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 UP </a:t>
            </a:r>
            <a:r>
              <a:rPr lang="en">
                <a:solidFill>
                  <a:schemeClr val="dk2"/>
                </a:solidFill>
              </a:rPr>
              <a:t>25000</a:t>
            </a:r>
            <a:endParaRPr/>
          </a:p>
        </p:txBody>
      </p:sp>
      <p:sp>
        <p:nvSpPr>
          <p:cNvPr id="5348" name="Google Shape;5348;p34"/>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 UP </a:t>
            </a:r>
            <a:r>
              <a:rPr lang="en">
                <a:solidFill>
                  <a:schemeClr val="dk2"/>
                </a:solidFill>
              </a:rPr>
              <a:t>003200</a:t>
            </a:r>
            <a:endParaRPr/>
          </a:p>
        </p:txBody>
      </p:sp>
      <p:sp>
        <p:nvSpPr>
          <p:cNvPr id="5349" name="Google Shape;5349;p34"/>
          <p:cNvSpPr/>
          <p:nvPr/>
        </p:nvSpPr>
        <p:spPr>
          <a:xfrm rot="5396239">
            <a:off x="716735" y="1396650"/>
            <a:ext cx="274200" cy="150900"/>
          </a:xfrm>
          <a:prstGeom prst="triangl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0" name="Google Shape;5350;p34"/>
          <p:cNvSpPr/>
          <p:nvPr/>
        </p:nvSpPr>
        <p:spPr>
          <a:xfrm>
            <a:off x="7082700" y="391903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34"/>
          <p:cNvSpPr/>
          <p:nvPr/>
        </p:nvSpPr>
        <p:spPr>
          <a:xfrm>
            <a:off x="2505900" y="4135525"/>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34"/>
          <p:cNvSpPr/>
          <p:nvPr/>
        </p:nvSpPr>
        <p:spPr>
          <a:xfrm>
            <a:off x="6827600" y="3062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34"/>
          <p:cNvSpPr/>
          <p:nvPr/>
        </p:nvSpPr>
        <p:spPr>
          <a:xfrm>
            <a:off x="4137800" y="7541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34"/>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34"/>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34"/>
          <p:cNvSpPr/>
          <p:nvPr/>
        </p:nvSpPr>
        <p:spPr>
          <a:xfrm>
            <a:off x="3226063" y="45667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7" name="Google Shape;5357;p34"/>
          <p:cNvGrpSpPr/>
          <p:nvPr/>
        </p:nvGrpSpPr>
        <p:grpSpPr>
          <a:xfrm>
            <a:off x="8201663" y="3866663"/>
            <a:ext cx="178225" cy="178225"/>
            <a:chOff x="6772475" y="3811500"/>
            <a:chExt cx="178225" cy="178225"/>
          </a:xfrm>
        </p:grpSpPr>
        <p:sp>
          <p:nvSpPr>
            <p:cNvPr id="5358" name="Google Shape;5358;p34"/>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34"/>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34"/>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34"/>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34"/>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3" name="Google Shape;5363;p34"/>
          <p:cNvGrpSpPr/>
          <p:nvPr/>
        </p:nvGrpSpPr>
        <p:grpSpPr>
          <a:xfrm>
            <a:off x="3959563" y="4145100"/>
            <a:ext cx="178225" cy="178225"/>
            <a:chOff x="6772475" y="3811500"/>
            <a:chExt cx="178225" cy="178225"/>
          </a:xfrm>
        </p:grpSpPr>
        <p:sp>
          <p:nvSpPr>
            <p:cNvPr id="5364" name="Google Shape;5364;p34"/>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34"/>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34"/>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34"/>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34"/>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69" name="Google Shape;5369;p34"/>
          <p:cNvSpPr/>
          <p:nvPr/>
        </p:nvSpPr>
        <p:spPr>
          <a:xfrm>
            <a:off x="829591" y="4599928"/>
            <a:ext cx="178225" cy="178225"/>
          </a:xfrm>
          <a:prstGeom prst="rect">
            <a:avLst/>
          </a:prstGeom>
        </p:spPr>
        <p:txBody>
          <a:bodyPr>
            <a:prstTxWarp prst="textPlain"/>
          </a:bodyPr>
          <a:lstStyle/>
          <a:p>
            <a:pPr lvl="0" algn="ctr"/>
            <a:r>
              <a:rPr b="0" i="0">
                <a:ln>
                  <a:noFill/>
                </a:ln>
                <a:solidFill>
                  <a:schemeClr val="lt1"/>
                </a:solidFill>
                <a:latin typeface="Press Start 2P"/>
              </a:rPr>
              <a:t>©</a:t>
            </a:r>
          </a:p>
        </p:txBody>
      </p:sp>
      <p:grpSp>
        <p:nvGrpSpPr>
          <p:cNvPr id="5370" name="Google Shape;5370;p34"/>
          <p:cNvGrpSpPr/>
          <p:nvPr/>
        </p:nvGrpSpPr>
        <p:grpSpPr>
          <a:xfrm>
            <a:off x="5074456" y="329094"/>
            <a:ext cx="654857" cy="545738"/>
            <a:chOff x="5074456" y="329094"/>
            <a:chExt cx="654857" cy="545738"/>
          </a:xfrm>
        </p:grpSpPr>
        <p:grpSp>
          <p:nvGrpSpPr>
            <p:cNvPr id="5371" name="Google Shape;5371;p34"/>
            <p:cNvGrpSpPr/>
            <p:nvPr/>
          </p:nvGrpSpPr>
          <p:grpSpPr>
            <a:xfrm>
              <a:off x="5074456" y="329094"/>
              <a:ext cx="654857" cy="545738"/>
              <a:chOff x="3098431" y="2820919"/>
              <a:chExt cx="654857" cy="545738"/>
            </a:xfrm>
          </p:grpSpPr>
          <p:sp>
            <p:nvSpPr>
              <p:cNvPr id="5372" name="Google Shape;5372;p34"/>
              <p:cNvSpPr/>
              <p:nvPr/>
            </p:nvSpPr>
            <p:spPr>
              <a:xfrm>
                <a:off x="3425859" y="33120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34"/>
              <p:cNvSpPr/>
              <p:nvPr/>
            </p:nvSpPr>
            <p:spPr>
              <a:xfrm>
                <a:off x="3262154" y="3312053"/>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34"/>
              <p:cNvSpPr/>
              <p:nvPr/>
            </p:nvSpPr>
            <p:spPr>
              <a:xfrm>
                <a:off x="3480446"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34"/>
              <p:cNvSpPr/>
              <p:nvPr/>
            </p:nvSpPr>
            <p:spPr>
              <a:xfrm>
                <a:off x="3425859" y="325746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34"/>
              <p:cNvSpPr/>
              <p:nvPr/>
            </p:nvSpPr>
            <p:spPr>
              <a:xfrm>
                <a:off x="3371273" y="3257466"/>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34"/>
              <p:cNvSpPr/>
              <p:nvPr/>
            </p:nvSpPr>
            <p:spPr>
              <a:xfrm>
                <a:off x="3316723" y="325746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34"/>
              <p:cNvSpPr/>
              <p:nvPr/>
            </p:nvSpPr>
            <p:spPr>
              <a:xfrm>
                <a:off x="3262154" y="3257466"/>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34"/>
              <p:cNvSpPr/>
              <p:nvPr/>
            </p:nvSpPr>
            <p:spPr>
              <a:xfrm>
                <a:off x="3207604" y="3257466"/>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34"/>
              <p:cNvSpPr/>
              <p:nvPr/>
            </p:nvSpPr>
            <p:spPr>
              <a:xfrm>
                <a:off x="3480446"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34"/>
              <p:cNvSpPr/>
              <p:nvPr/>
            </p:nvSpPr>
            <p:spPr>
              <a:xfrm>
                <a:off x="3425859"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34"/>
              <p:cNvSpPr/>
              <p:nvPr/>
            </p:nvSpPr>
            <p:spPr>
              <a:xfrm>
                <a:off x="3316723"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34"/>
              <p:cNvSpPr/>
              <p:nvPr/>
            </p:nvSpPr>
            <p:spPr>
              <a:xfrm>
                <a:off x="3262154" y="3202934"/>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34"/>
              <p:cNvSpPr/>
              <p:nvPr/>
            </p:nvSpPr>
            <p:spPr>
              <a:xfrm>
                <a:off x="3207604"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34"/>
              <p:cNvSpPr/>
              <p:nvPr/>
            </p:nvSpPr>
            <p:spPr>
              <a:xfrm>
                <a:off x="3535032" y="3148347"/>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34"/>
              <p:cNvSpPr/>
              <p:nvPr/>
            </p:nvSpPr>
            <p:spPr>
              <a:xfrm>
                <a:off x="3480446" y="3148347"/>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34"/>
              <p:cNvSpPr/>
              <p:nvPr/>
            </p:nvSpPr>
            <p:spPr>
              <a:xfrm>
                <a:off x="3425859" y="3148347"/>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34"/>
              <p:cNvSpPr/>
              <p:nvPr/>
            </p:nvSpPr>
            <p:spPr>
              <a:xfrm>
                <a:off x="3371273" y="3148347"/>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34"/>
              <p:cNvSpPr/>
              <p:nvPr/>
            </p:nvSpPr>
            <p:spPr>
              <a:xfrm>
                <a:off x="3316723" y="31483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34"/>
              <p:cNvSpPr/>
              <p:nvPr/>
            </p:nvSpPr>
            <p:spPr>
              <a:xfrm>
                <a:off x="3262154" y="3148347"/>
                <a:ext cx="54587"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34"/>
              <p:cNvSpPr/>
              <p:nvPr/>
            </p:nvSpPr>
            <p:spPr>
              <a:xfrm>
                <a:off x="3207604" y="31483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34"/>
              <p:cNvSpPr/>
              <p:nvPr/>
            </p:nvSpPr>
            <p:spPr>
              <a:xfrm>
                <a:off x="3098431" y="31483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34"/>
              <p:cNvSpPr/>
              <p:nvPr/>
            </p:nvSpPr>
            <p:spPr>
              <a:xfrm>
                <a:off x="3535032"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34"/>
              <p:cNvSpPr/>
              <p:nvPr/>
            </p:nvSpPr>
            <p:spPr>
              <a:xfrm>
                <a:off x="3425859"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34"/>
              <p:cNvSpPr/>
              <p:nvPr/>
            </p:nvSpPr>
            <p:spPr>
              <a:xfrm>
                <a:off x="3371273" y="3093761"/>
                <a:ext cx="54605" cy="54605"/>
              </a:xfrm>
              <a:custGeom>
                <a:rect b="b" l="l" r="r" t="t"/>
                <a:pathLst>
                  <a:path extrusionOk="0" h="3021" w="3021">
                    <a:moveTo>
                      <a:pt x="1" y="1"/>
                    </a:moveTo>
                    <a:lnTo>
                      <a:pt x="1"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34"/>
              <p:cNvSpPr/>
              <p:nvPr/>
            </p:nvSpPr>
            <p:spPr>
              <a:xfrm>
                <a:off x="3262154" y="3093761"/>
                <a:ext cx="54587"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34"/>
              <p:cNvSpPr/>
              <p:nvPr/>
            </p:nvSpPr>
            <p:spPr>
              <a:xfrm>
                <a:off x="3207604"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34"/>
              <p:cNvSpPr/>
              <p:nvPr/>
            </p:nvSpPr>
            <p:spPr>
              <a:xfrm>
                <a:off x="3098431"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34"/>
              <p:cNvSpPr/>
              <p:nvPr/>
            </p:nvSpPr>
            <p:spPr>
              <a:xfrm>
                <a:off x="3535032" y="30392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34"/>
              <p:cNvSpPr/>
              <p:nvPr/>
            </p:nvSpPr>
            <p:spPr>
              <a:xfrm>
                <a:off x="3480446" y="30392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34"/>
              <p:cNvSpPr/>
              <p:nvPr/>
            </p:nvSpPr>
            <p:spPr>
              <a:xfrm>
                <a:off x="3425859" y="30392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34"/>
              <p:cNvSpPr/>
              <p:nvPr/>
            </p:nvSpPr>
            <p:spPr>
              <a:xfrm>
                <a:off x="3371273" y="3039228"/>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34"/>
              <p:cNvSpPr/>
              <p:nvPr/>
            </p:nvSpPr>
            <p:spPr>
              <a:xfrm>
                <a:off x="3316723" y="30392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34"/>
              <p:cNvSpPr/>
              <p:nvPr/>
            </p:nvSpPr>
            <p:spPr>
              <a:xfrm>
                <a:off x="3262154" y="3039228"/>
                <a:ext cx="54587"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34"/>
              <p:cNvSpPr/>
              <p:nvPr/>
            </p:nvSpPr>
            <p:spPr>
              <a:xfrm>
                <a:off x="3207604" y="30392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34"/>
              <p:cNvSpPr/>
              <p:nvPr/>
            </p:nvSpPr>
            <p:spPr>
              <a:xfrm>
                <a:off x="3153017" y="30392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34"/>
              <p:cNvSpPr/>
              <p:nvPr/>
            </p:nvSpPr>
            <p:spPr>
              <a:xfrm>
                <a:off x="3098431" y="30392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34"/>
              <p:cNvSpPr/>
              <p:nvPr/>
            </p:nvSpPr>
            <p:spPr>
              <a:xfrm>
                <a:off x="3698701"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34"/>
              <p:cNvSpPr/>
              <p:nvPr/>
            </p:nvSpPr>
            <p:spPr>
              <a:xfrm>
                <a:off x="3644151"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34"/>
              <p:cNvSpPr/>
              <p:nvPr/>
            </p:nvSpPr>
            <p:spPr>
              <a:xfrm>
                <a:off x="358956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34"/>
              <p:cNvSpPr/>
              <p:nvPr/>
            </p:nvSpPr>
            <p:spPr>
              <a:xfrm>
                <a:off x="3535032" y="2984642"/>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34"/>
              <p:cNvSpPr/>
              <p:nvPr/>
            </p:nvSpPr>
            <p:spPr>
              <a:xfrm>
                <a:off x="3480446" y="2984642"/>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34"/>
              <p:cNvSpPr/>
              <p:nvPr/>
            </p:nvSpPr>
            <p:spPr>
              <a:xfrm>
                <a:off x="3425859"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34"/>
              <p:cNvSpPr/>
              <p:nvPr/>
            </p:nvSpPr>
            <p:spPr>
              <a:xfrm>
                <a:off x="3371273" y="2984642"/>
                <a:ext cx="54605" cy="54587"/>
              </a:xfrm>
              <a:custGeom>
                <a:rect b="b" l="l" r="r" t="t"/>
                <a:pathLst>
                  <a:path extrusionOk="0" h="3020"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34"/>
              <p:cNvSpPr/>
              <p:nvPr/>
            </p:nvSpPr>
            <p:spPr>
              <a:xfrm>
                <a:off x="3316723"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34"/>
              <p:cNvSpPr/>
              <p:nvPr/>
            </p:nvSpPr>
            <p:spPr>
              <a:xfrm>
                <a:off x="3262154" y="2984642"/>
                <a:ext cx="54587"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34"/>
              <p:cNvSpPr/>
              <p:nvPr/>
            </p:nvSpPr>
            <p:spPr>
              <a:xfrm>
                <a:off x="3207604"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34"/>
              <p:cNvSpPr/>
              <p:nvPr/>
            </p:nvSpPr>
            <p:spPr>
              <a:xfrm>
                <a:off x="3153017"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34"/>
              <p:cNvSpPr/>
              <p:nvPr/>
            </p:nvSpPr>
            <p:spPr>
              <a:xfrm>
                <a:off x="358956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34"/>
              <p:cNvSpPr/>
              <p:nvPr/>
            </p:nvSpPr>
            <p:spPr>
              <a:xfrm>
                <a:off x="3425859"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34"/>
              <p:cNvSpPr/>
              <p:nvPr/>
            </p:nvSpPr>
            <p:spPr>
              <a:xfrm>
                <a:off x="3371273" y="2930055"/>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34"/>
              <p:cNvSpPr/>
              <p:nvPr/>
            </p:nvSpPr>
            <p:spPr>
              <a:xfrm>
                <a:off x="3207604"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34"/>
              <p:cNvSpPr/>
              <p:nvPr/>
            </p:nvSpPr>
            <p:spPr>
              <a:xfrm>
                <a:off x="3589565"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34"/>
              <p:cNvSpPr/>
              <p:nvPr/>
            </p:nvSpPr>
            <p:spPr>
              <a:xfrm>
                <a:off x="3207604"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34"/>
              <p:cNvSpPr/>
              <p:nvPr/>
            </p:nvSpPr>
            <p:spPr>
              <a:xfrm>
                <a:off x="3644151"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34"/>
              <p:cNvSpPr/>
              <p:nvPr/>
            </p:nvSpPr>
            <p:spPr>
              <a:xfrm>
                <a:off x="3589565"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34"/>
              <p:cNvSpPr/>
              <p:nvPr/>
            </p:nvSpPr>
            <p:spPr>
              <a:xfrm>
                <a:off x="3535032" y="282091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34"/>
              <p:cNvSpPr/>
              <p:nvPr/>
            </p:nvSpPr>
            <p:spPr>
              <a:xfrm>
                <a:off x="3262154" y="2820919"/>
                <a:ext cx="54587"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34"/>
              <p:cNvSpPr/>
              <p:nvPr/>
            </p:nvSpPr>
            <p:spPr>
              <a:xfrm>
                <a:off x="3207604"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34"/>
              <p:cNvSpPr/>
              <p:nvPr/>
            </p:nvSpPr>
            <p:spPr>
              <a:xfrm>
                <a:off x="3153017"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1" name="Google Shape;5431;p34"/>
            <p:cNvSpPr/>
            <p:nvPr/>
          </p:nvSpPr>
          <p:spPr>
            <a:xfrm>
              <a:off x="5278050" y="578650"/>
              <a:ext cx="233400" cy="21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2" name="Google Shape;5432;p34"/>
            <p:cNvGrpSpPr/>
            <p:nvPr/>
          </p:nvGrpSpPr>
          <p:grpSpPr>
            <a:xfrm>
              <a:off x="5074456" y="329094"/>
              <a:ext cx="654857" cy="545738"/>
              <a:chOff x="3098431" y="2820919"/>
              <a:chExt cx="654857" cy="545738"/>
            </a:xfrm>
          </p:grpSpPr>
          <p:sp>
            <p:nvSpPr>
              <p:cNvPr id="5433" name="Google Shape;5433;p34"/>
              <p:cNvSpPr/>
              <p:nvPr/>
            </p:nvSpPr>
            <p:spPr>
              <a:xfrm>
                <a:off x="3425859" y="331205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34"/>
              <p:cNvSpPr/>
              <p:nvPr/>
            </p:nvSpPr>
            <p:spPr>
              <a:xfrm>
                <a:off x="3262154" y="3312053"/>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34"/>
              <p:cNvSpPr/>
              <p:nvPr/>
            </p:nvSpPr>
            <p:spPr>
              <a:xfrm>
                <a:off x="3480446" y="3257466"/>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34"/>
              <p:cNvSpPr/>
              <p:nvPr/>
            </p:nvSpPr>
            <p:spPr>
              <a:xfrm>
                <a:off x="3425859" y="3257466"/>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34"/>
              <p:cNvSpPr/>
              <p:nvPr/>
            </p:nvSpPr>
            <p:spPr>
              <a:xfrm>
                <a:off x="3371273" y="3257466"/>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34"/>
              <p:cNvSpPr/>
              <p:nvPr/>
            </p:nvSpPr>
            <p:spPr>
              <a:xfrm>
                <a:off x="3316723" y="3257466"/>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34"/>
              <p:cNvSpPr/>
              <p:nvPr/>
            </p:nvSpPr>
            <p:spPr>
              <a:xfrm>
                <a:off x="3262154" y="3257466"/>
                <a:ext cx="54587" cy="54605"/>
              </a:xfrm>
              <a:custGeom>
                <a:rect b="b" l="l" r="r" t="t"/>
                <a:pathLst>
                  <a:path extrusionOk="0" h="3021" w="3020">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34"/>
              <p:cNvSpPr/>
              <p:nvPr/>
            </p:nvSpPr>
            <p:spPr>
              <a:xfrm>
                <a:off x="3207604" y="3257466"/>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34"/>
              <p:cNvSpPr/>
              <p:nvPr/>
            </p:nvSpPr>
            <p:spPr>
              <a:xfrm>
                <a:off x="3480446"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34"/>
              <p:cNvSpPr/>
              <p:nvPr/>
            </p:nvSpPr>
            <p:spPr>
              <a:xfrm>
                <a:off x="3425859"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34"/>
              <p:cNvSpPr/>
              <p:nvPr/>
            </p:nvSpPr>
            <p:spPr>
              <a:xfrm>
                <a:off x="3316723"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34"/>
              <p:cNvSpPr/>
              <p:nvPr/>
            </p:nvSpPr>
            <p:spPr>
              <a:xfrm>
                <a:off x="3262154" y="3202934"/>
                <a:ext cx="54587"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34"/>
              <p:cNvSpPr/>
              <p:nvPr/>
            </p:nvSpPr>
            <p:spPr>
              <a:xfrm>
                <a:off x="3207604" y="3202934"/>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34"/>
              <p:cNvSpPr/>
              <p:nvPr/>
            </p:nvSpPr>
            <p:spPr>
              <a:xfrm>
                <a:off x="3535032" y="3148347"/>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34"/>
              <p:cNvSpPr/>
              <p:nvPr/>
            </p:nvSpPr>
            <p:spPr>
              <a:xfrm>
                <a:off x="3480446" y="3148347"/>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34"/>
              <p:cNvSpPr/>
              <p:nvPr/>
            </p:nvSpPr>
            <p:spPr>
              <a:xfrm>
                <a:off x="3425859" y="3148347"/>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34"/>
              <p:cNvSpPr/>
              <p:nvPr/>
            </p:nvSpPr>
            <p:spPr>
              <a:xfrm>
                <a:off x="3371273" y="3148347"/>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34"/>
              <p:cNvSpPr/>
              <p:nvPr/>
            </p:nvSpPr>
            <p:spPr>
              <a:xfrm>
                <a:off x="3316723" y="3148347"/>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34"/>
              <p:cNvSpPr/>
              <p:nvPr/>
            </p:nvSpPr>
            <p:spPr>
              <a:xfrm>
                <a:off x="3262154" y="3148347"/>
                <a:ext cx="54587"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34"/>
              <p:cNvSpPr/>
              <p:nvPr/>
            </p:nvSpPr>
            <p:spPr>
              <a:xfrm>
                <a:off x="3207604"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34"/>
              <p:cNvSpPr/>
              <p:nvPr/>
            </p:nvSpPr>
            <p:spPr>
              <a:xfrm>
                <a:off x="3098431" y="3148347"/>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34"/>
              <p:cNvSpPr/>
              <p:nvPr/>
            </p:nvSpPr>
            <p:spPr>
              <a:xfrm>
                <a:off x="3535032" y="3093761"/>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34"/>
              <p:cNvSpPr/>
              <p:nvPr/>
            </p:nvSpPr>
            <p:spPr>
              <a:xfrm>
                <a:off x="3425859" y="3093761"/>
                <a:ext cx="54605" cy="54605"/>
              </a:xfrm>
              <a:custGeom>
                <a:rect b="b" l="l" r="r" t="t"/>
                <a:pathLst>
                  <a:path extrusionOk="0" h="3021" w="3021">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34"/>
              <p:cNvSpPr/>
              <p:nvPr/>
            </p:nvSpPr>
            <p:spPr>
              <a:xfrm>
                <a:off x="3371273" y="3093761"/>
                <a:ext cx="54605" cy="54605"/>
              </a:xfrm>
              <a:custGeom>
                <a:rect b="b" l="l" r="r" t="t"/>
                <a:pathLst>
                  <a:path extrusionOk="0" h="3021" w="3021">
                    <a:moveTo>
                      <a:pt x="1" y="1"/>
                    </a:moveTo>
                    <a:lnTo>
                      <a:pt x="1"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34"/>
              <p:cNvSpPr/>
              <p:nvPr/>
            </p:nvSpPr>
            <p:spPr>
              <a:xfrm>
                <a:off x="3262154" y="3093761"/>
                <a:ext cx="54587"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34"/>
              <p:cNvSpPr/>
              <p:nvPr/>
            </p:nvSpPr>
            <p:spPr>
              <a:xfrm>
                <a:off x="3207604" y="3093761"/>
                <a:ext cx="54568" cy="54605"/>
              </a:xfrm>
              <a:custGeom>
                <a:rect b="b" l="l" r="r" t="t"/>
                <a:pathLst>
                  <a:path extrusionOk="0" h="3021" w="3019">
                    <a:moveTo>
                      <a:pt x="1" y="1"/>
                    </a:moveTo>
                    <a:lnTo>
                      <a:pt x="1"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34"/>
              <p:cNvSpPr/>
              <p:nvPr/>
            </p:nvSpPr>
            <p:spPr>
              <a:xfrm>
                <a:off x="3098431" y="309376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34"/>
              <p:cNvSpPr/>
              <p:nvPr/>
            </p:nvSpPr>
            <p:spPr>
              <a:xfrm>
                <a:off x="3535032" y="3039228"/>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34"/>
              <p:cNvSpPr/>
              <p:nvPr/>
            </p:nvSpPr>
            <p:spPr>
              <a:xfrm>
                <a:off x="3480446" y="3039228"/>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34"/>
              <p:cNvSpPr/>
              <p:nvPr/>
            </p:nvSpPr>
            <p:spPr>
              <a:xfrm>
                <a:off x="3425859" y="3039228"/>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34"/>
              <p:cNvSpPr/>
              <p:nvPr/>
            </p:nvSpPr>
            <p:spPr>
              <a:xfrm>
                <a:off x="3371273" y="3039228"/>
                <a:ext cx="54605" cy="54550"/>
              </a:xfrm>
              <a:custGeom>
                <a:rect b="b" l="l" r="r" t="t"/>
                <a:pathLst>
                  <a:path extrusionOk="0" h="3018" w="3021">
                    <a:moveTo>
                      <a:pt x="1" y="0"/>
                    </a:moveTo>
                    <a:lnTo>
                      <a:pt x="1"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34"/>
              <p:cNvSpPr/>
              <p:nvPr/>
            </p:nvSpPr>
            <p:spPr>
              <a:xfrm>
                <a:off x="3316723" y="3039228"/>
                <a:ext cx="54605" cy="54550"/>
              </a:xfrm>
              <a:custGeom>
                <a:rect b="b" l="l" r="r" t="t"/>
                <a:pathLst>
                  <a:path extrusionOk="0" h="3018" w="3021">
                    <a:moveTo>
                      <a:pt x="1" y="0"/>
                    </a:moveTo>
                    <a:lnTo>
                      <a:pt x="1" y="3018"/>
                    </a:lnTo>
                    <a:lnTo>
                      <a:pt x="3021" y="3018"/>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34"/>
              <p:cNvSpPr/>
              <p:nvPr/>
            </p:nvSpPr>
            <p:spPr>
              <a:xfrm>
                <a:off x="3262154" y="3039228"/>
                <a:ext cx="54587"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34"/>
              <p:cNvSpPr/>
              <p:nvPr/>
            </p:nvSpPr>
            <p:spPr>
              <a:xfrm>
                <a:off x="3207604" y="3039228"/>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34"/>
              <p:cNvSpPr/>
              <p:nvPr/>
            </p:nvSpPr>
            <p:spPr>
              <a:xfrm>
                <a:off x="3153017" y="30392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34"/>
              <p:cNvSpPr/>
              <p:nvPr/>
            </p:nvSpPr>
            <p:spPr>
              <a:xfrm>
                <a:off x="3098431" y="3039228"/>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34"/>
              <p:cNvSpPr/>
              <p:nvPr/>
            </p:nvSpPr>
            <p:spPr>
              <a:xfrm>
                <a:off x="3698701" y="2984642"/>
                <a:ext cx="54586"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34"/>
              <p:cNvSpPr/>
              <p:nvPr/>
            </p:nvSpPr>
            <p:spPr>
              <a:xfrm>
                <a:off x="3644151"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34"/>
              <p:cNvSpPr/>
              <p:nvPr/>
            </p:nvSpPr>
            <p:spPr>
              <a:xfrm>
                <a:off x="3589565" y="2984642"/>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34"/>
              <p:cNvSpPr/>
              <p:nvPr/>
            </p:nvSpPr>
            <p:spPr>
              <a:xfrm>
                <a:off x="3535032" y="2984642"/>
                <a:ext cx="54550" cy="54587"/>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34"/>
              <p:cNvSpPr/>
              <p:nvPr/>
            </p:nvSpPr>
            <p:spPr>
              <a:xfrm>
                <a:off x="3480446" y="2984642"/>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34"/>
              <p:cNvSpPr/>
              <p:nvPr/>
            </p:nvSpPr>
            <p:spPr>
              <a:xfrm>
                <a:off x="3425859" y="2984642"/>
                <a:ext cx="54605" cy="54587"/>
              </a:xfrm>
              <a:custGeom>
                <a:rect b="b" l="l" r="r" t="t"/>
                <a:pathLst>
                  <a:path extrusionOk="0" h="3020"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34"/>
              <p:cNvSpPr/>
              <p:nvPr/>
            </p:nvSpPr>
            <p:spPr>
              <a:xfrm>
                <a:off x="3371273" y="2984642"/>
                <a:ext cx="54605" cy="54587"/>
              </a:xfrm>
              <a:custGeom>
                <a:rect b="b" l="l" r="r" t="t"/>
                <a:pathLst>
                  <a:path extrusionOk="0" h="3020"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34"/>
              <p:cNvSpPr/>
              <p:nvPr/>
            </p:nvSpPr>
            <p:spPr>
              <a:xfrm>
                <a:off x="3316723" y="2984642"/>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34"/>
              <p:cNvSpPr/>
              <p:nvPr/>
            </p:nvSpPr>
            <p:spPr>
              <a:xfrm>
                <a:off x="3262154" y="2984642"/>
                <a:ext cx="54587" cy="54587"/>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34"/>
              <p:cNvSpPr/>
              <p:nvPr/>
            </p:nvSpPr>
            <p:spPr>
              <a:xfrm>
                <a:off x="3207604"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34"/>
              <p:cNvSpPr/>
              <p:nvPr/>
            </p:nvSpPr>
            <p:spPr>
              <a:xfrm>
                <a:off x="3153017"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34"/>
              <p:cNvSpPr/>
              <p:nvPr/>
            </p:nvSpPr>
            <p:spPr>
              <a:xfrm>
                <a:off x="3589565" y="2930055"/>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34"/>
              <p:cNvSpPr/>
              <p:nvPr/>
            </p:nvSpPr>
            <p:spPr>
              <a:xfrm>
                <a:off x="3425859" y="293005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34"/>
              <p:cNvSpPr/>
              <p:nvPr/>
            </p:nvSpPr>
            <p:spPr>
              <a:xfrm>
                <a:off x="3371273" y="2930055"/>
                <a:ext cx="54605" cy="54605"/>
              </a:xfrm>
              <a:custGeom>
                <a:rect b="b" l="l" r="r" t="t"/>
                <a:pathLst>
                  <a:path extrusionOk="0" h="3021" w="3021">
                    <a:moveTo>
                      <a:pt x="1" y="0"/>
                    </a:moveTo>
                    <a:lnTo>
                      <a:pt x="1"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34"/>
              <p:cNvSpPr/>
              <p:nvPr/>
            </p:nvSpPr>
            <p:spPr>
              <a:xfrm>
                <a:off x="3207604" y="2930055"/>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34"/>
              <p:cNvSpPr/>
              <p:nvPr/>
            </p:nvSpPr>
            <p:spPr>
              <a:xfrm>
                <a:off x="3589565" y="2875505"/>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34"/>
              <p:cNvSpPr/>
              <p:nvPr/>
            </p:nvSpPr>
            <p:spPr>
              <a:xfrm>
                <a:off x="3207604" y="2875505"/>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34"/>
              <p:cNvSpPr/>
              <p:nvPr/>
            </p:nvSpPr>
            <p:spPr>
              <a:xfrm>
                <a:off x="3644151"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34"/>
              <p:cNvSpPr/>
              <p:nvPr/>
            </p:nvSpPr>
            <p:spPr>
              <a:xfrm>
                <a:off x="3589565" y="2820919"/>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34"/>
              <p:cNvSpPr/>
              <p:nvPr/>
            </p:nvSpPr>
            <p:spPr>
              <a:xfrm>
                <a:off x="3535032" y="2820919"/>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34"/>
              <p:cNvSpPr/>
              <p:nvPr/>
            </p:nvSpPr>
            <p:spPr>
              <a:xfrm>
                <a:off x="3262154" y="2820919"/>
                <a:ext cx="54587"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34"/>
              <p:cNvSpPr/>
              <p:nvPr/>
            </p:nvSpPr>
            <p:spPr>
              <a:xfrm>
                <a:off x="3207604"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34"/>
              <p:cNvSpPr/>
              <p:nvPr/>
            </p:nvSpPr>
            <p:spPr>
              <a:xfrm>
                <a:off x="3153017" y="2820919"/>
                <a:ext cx="54568" cy="54605"/>
              </a:xfrm>
              <a:custGeom>
                <a:rect b="b" l="l" r="r" t="t"/>
                <a:pathLst>
                  <a:path extrusionOk="0" h="3021" w="3019">
                    <a:moveTo>
                      <a:pt x="1" y="1"/>
                    </a:moveTo>
                    <a:lnTo>
                      <a:pt x="1"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92" name="Google Shape;5492;p34"/>
          <p:cNvGrpSpPr/>
          <p:nvPr/>
        </p:nvGrpSpPr>
        <p:grpSpPr>
          <a:xfrm>
            <a:off x="5074453" y="4044894"/>
            <a:ext cx="818581" cy="600289"/>
            <a:chOff x="5074453" y="4044894"/>
            <a:chExt cx="818581" cy="600289"/>
          </a:xfrm>
        </p:grpSpPr>
        <p:grpSp>
          <p:nvGrpSpPr>
            <p:cNvPr id="5493" name="Google Shape;5493;p34"/>
            <p:cNvGrpSpPr/>
            <p:nvPr/>
          </p:nvGrpSpPr>
          <p:grpSpPr>
            <a:xfrm>
              <a:off x="5074453" y="4044894"/>
              <a:ext cx="818581" cy="600289"/>
              <a:chOff x="5179315" y="2820919"/>
              <a:chExt cx="818581" cy="600289"/>
            </a:xfrm>
          </p:grpSpPr>
          <p:sp>
            <p:nvSpPr>
              <p:cNvPr id="5494" name="Google Shape;5494;p34"/>
              <p:cNvSpPr/>
              <p:nvPr/>
            </p:nvSpPr>
            <p:spPr>
              <a:xfrm>
                <a:off x="5561330" y="3366639"/>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34"/>
              <p:cNvSpPr/>
              <p:nvPr/>
            </p:nvSpPr>
            <p:spPr>
              <a:xfrm>
                <a:off x="5834154" y="3312053"/>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34"/>
              <p:cNvSpPr/>
              <p:nvPr/>
            </p:nvSpPr>
            <p:spPr>
              <a:xfrm>
                <a:off x="5615863" y="331205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34"/>
              <p:cNvSpPr/>
              <p:nvPr/>
            </p:nvSpPr>
            <p:spPr>
              <a:xfrm>
                <a:off x="5561330" y="33120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34"/>
              <p:cNvSpPr/>
              <p:nvPr/>
            </p:nvSpPr>
            <p:spPr>
              <a:xfrm>
                <a:off x="5506744" y="33120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34"/>
              <p:cNvSpPr/>
              <p:nvPr/>
            </p:nvSpPr>
            <p:spPr>
              <a:xfrm>
                <a:off x="5288452" y="33120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34"/>
              <p:cNvSpPr/>
              <p:nvPr/>
            </p:nvSpPr>
            <p:spPr>
              <a:xfrm>
                <a:off x="5779586" y="325746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34"/>
              <p:cNvSpPr/>
              <p:nvPr/>
            </p:nvSpPr>
            <p:spPr>
              <a:xfrm>
                <a:off x="5670449" y="325746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34"/>
              <p:cNvSpPr/>
              <p:nvPr/>
            </p:nvSpPr>
            <p:spPr>
              <a:xfrm>
                <a:off x="5615863" y="325746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34"/>
              <p:cNvSpPr/>
              <p:nvPr/>
            </p:nvSpPr>
            <p:spPr>
              <a:xfrm>
                <a:off x="5561330"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34"/>
              <p:cNvSpPr/>
              <p:nvPr/>
            </p:nvSpPr>
            <p:spPr>
              <a:xfrm>
                <a:off x="5506744" y="325746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34"/>
              <p:cNvSpPr/>
              <p:nvPr/>
            </p:nvSpPr>
            <p:spPr>
              <a:xfrm>
                <a:off x="5452157" y="325746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34"/>
              <p:cNvSpPr/>
              <p:nvPr/>
            </p:nvSpPr>
            <p:spPr>
              <a:xfrm>
                <a:off x="5343038" y="325746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34"/>
              <p:cNvSpPr/>
              <p:nvPr/>
            </p:nvSpPr>
            <p:spPr>
              <a:xfrm>
                <a:off x="5725036"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34"/>
              <p:cNvSpPr/>
              <p:nvPr/>
            </p:nvSpPr>
            <p:spPr>
              <a:xfrm>
                <a:off x="5670449"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34"/>
              <p:cNvSpPr/>
              <p:nvPr/>
            </p:nvSpPr>
            <p:spPr>
              <a:xfrm>
                <a:off x="5615863"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34"/>
              <p:cNvSpPr/>
              <p:nvPr/>
            </p:nvSpPr>
            <p:spPr>
              <a:xfrm>
                <a:off x="5561330"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34"/>
              <p:cNvSpPr/>
              <p:nvPr/>
            </p:nvSpPr>
            <p:spPr>
              <a:xfrm>
                <a:off x="5506744"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34"/>
              <p:cNvSpPr/>
              <p:nvPr/>
            </p:nvSpPr>
            <p:spPr>
              <a:xfrm>
                <a:off x="5452157"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34"/>
              <p:cNvSpPr/>
              <p:nvPr/>
            </p:nvSpPr>
            <p:spPr>
              <a:xfrm>
                <a:off x="5397607"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34"/>
              <p:cNvSpPr/>
              <p:nvPr/>
            </p:nvSpPr>
            <p:spPr>
              <a:xfrm>
                <a:off x="5725036" y="31483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34"/>
              <p:cNvSpPr/>
              <p:nvPr/>
            </p:nvSpPr>
            <p:spPr>
              <a:xfrm>
                <a:off x="5670449" y="31483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34"/>
              <p:cNvSpPr/>
              <p:nvPr/>
            </p:nvSpPr>
            <p:spPr>
              <a:xfrm>
                <a:off x="5452157" y="3148347"/>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34"/>
              <p:cNvSpPr/>
              <p:nvPr/>
            </p:nvSpPr>
            <p:spPr>
              <a:xfrm>
                <a:off x="5397607" y="31483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34"/>
              <p:cNvSpPr/>
              <p:nvPr/>
            </p:nvSpPr>
            <p:spPr>
              <a:xfrm>
                <a:off x="5834154" y="3093761"/>
                <a:ext cx="54568" cy="54605"/>
              </a:xfrm>
              <a:custGeom>
                <a:rect b="b" l="l" r="r" t="t"/>
                <a:pathLst>
                  <a:path extrusionOk="0" h="3021" w="3019">
                    <a:moveTo>
                      <a:pt x="1" y="1"/>
                    </a:moveTo>
                    <a:lnTo>
                      <a:pt x="1" y="3020"/>
                    </a:lnTo>
                    <a:lnTo>
                      <a:pt x="3019" y="3020"/>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34"/>
              <p:cNvSpPr/>
              <p:nvPr/>
            </p:nvSpPr>
            <p:spPr>
              <a:xfrm>
                <a:off x="5779586"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34"/>
              <p:cNvSpPr/>
              <p:nvPr/>
            </p:nvSpPr>
            <p:spPr>
              <a:xfrm>
                <a:off x="5725036"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34"/>
              <p:cNvSpPr/>
              <p:nvPr/>
            </p:nvSpPr>
            <p:spPr>
              <a:xfrm>
                <a:off x="5670449"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34"/>
              <p:cNvSpPr/>
              <p:nvPr/>
            </p:nvSpPr>
            <p:spPr>
              <a:xfrm>
                <a:off x="5561330"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34"/>
              <p:cNvSpPr/>
              <p:nvPr/>
            </p:nvSpPr>
            <p:spPr>
              <a:xfrm>
                <a:off x="5452157"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34"/>
              <p:cNvSpPr/>
              <p:nvPr/>
            </p:nvSpPr>
            <p:spPr>
              <a:xfrm>
                <a:off x="5397607"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34"/>
              <p:cNvSpPr/>
              <p:nvPr/>
            </p:nvSpPr>
            <p:spPr>
              <a:xfrm>
                <a:off x="5343038"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34"/>
              <p:cNvSpPr/>
              <p:nvPr/>
            </p:nvSpPr>
            <p:spPr>
              <a:xfrm>
                <a:off x="5288452"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34"/>
              <p:cNvSpPr/>
              <p:nvPr/>
            </p:nvSpPr>
            <p:spPr>
              <a:xfrm>
                <a:off x="5834154" y="3039228"/>
                <a:ext cx="54568" cy="54550"/>
              </a:xfrm>
              <a:custGeom>
                <a:rect b="b" l="l" r="r" t="t"/>
                <a:pathLst>
                  <a:path extrusionOk="0" h="3018" w="3019">
                    <a:moveTo>
                      <a:pt x="1" y="0"/>
                    </a:moveTo>
                    <a:lnTo>
                      <a:pt x="1" y="3018"/>
                    </a:lnTo>
                    <a:lnTo>
                      <a:pt x="3019" y="3018"/>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34"/>
              <p:cNvSpPr/>
              <p:nvPr/>
            </p:nvSpPr>
            <p:spPr>
              <a:xfrm>
                <a:off x="5779586" y="3041000"/>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34"/>
              <p:cNvSpPr/>
              <p:nvPr/>
            </p:nvSpPr>
            <p:spPr>
              <a:xfrm>
                <a:off x="5725036" y="304100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34"/>
              <p:cNvSpPr/>
              <p:nvPr/>
            </p:nvSpPr>
            <p:spPr>
              <a:xfrm>
                <a:off x="5670449" y="304100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34"/>
              <p:cNvSpPr/>
              <p:nvPr/>
            </p:nvSpPr>
            <p:spPr>
              <a:xfrm>
                <a:off x="5615863" y="304100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34"/>
              <p:cNvSpPr/>
              <p:nvPr/>
            </p:nvSpPr>
            <p:spPr>
              <a:xfrm>
                <a:off x="5561330" y="304100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34"/>
              <p:cNvSpPr/>
              <p:nvPr/>
            </p:nvSpPr>
            <p:spPr>
              <a:xfrm>
                <a:off x="5506744" y="304100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34"/>
              <p:cNvSpPr/>
              <p:nvPr/>
            </p:nvSpPr>
            <p:spPr>
              <a:xfrm>
                <a:off x="5452171" y="2917367"/>
                <a:ext cx="163700" cy="178224"/>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34"/>
              <p:cNvSpPr/>
              <p:nvPr/>
            </p:nvSpPr>
            <p:spPr>
              <a:xfrm>
                <a:off x="5397607" y="304100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34"/>
              <p:cNvSpPr/>
              <p:nvPr/>
            </p:nvSpPr>
            <p:spPr>
              <a:xfrm>
                <a:off x="5343038" y="3041000"/>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34"/>
              <p:cNvSpPr/>
              <p:nvPr/>
            </p:nvSpPr>
            <p:spPr>
              <a:xfrm>
                <a:off x="5288452" y="304100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34"/>
              <p:cNvSpPr/>
              <p:nvPr/>
            </p:nvSpPr>
            <p:spPr>
              <a:xfrm>
                <a:off x="5943291"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34"/>
              <p:cNvSpPr/>
              <p:nvPr/>
            </p:nvSpPr>
            <p:spPr>
              <a:xfrm>
                <a:off x="5888705" y="2984642"/>
                <a:ext cx="54605" cy="54587"/>
              </a:xfrm>
              <a:custGeom>
                <a:rect b="b" l="l" r="r" t="t"/>
                <a:pathLst>
                  <a:path extrusionOk="0" h="3020"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34"/>
              <p:cNvSpPr/>
              <p:nvPr/>
            </p:nvSpPr>
            <p:spPr>
              <a:xfrm>
                <a:off x="5834154" y="2984642"/>
                <a:ext cx="54568" cy="54587"/>
              </a:xfrm>
              <a:custGeom>
                <a:rect b="b" l="l" r="r" t="t"/>
                <a:pathLst>
                  <a:path extrusionOk="0" h="3020"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34"/>
              <p:cNvSpPr/>
              <p:nvPr/>
            </p:nvSpPr>
            <p:spPr>
              <a:xfrm>
                <a:off x="5779586"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34"/>
              <p:cNvSpPr/>
              <p:nvPr/>
            </p:nvSpPr>
            <p:spPr>
              <a:xfrm>
                <a:off x="5725036"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34"/>
              <p:cNvSpPr/>
              <p:nvPr/>
            </p:nvSpPr>
            <p:spPr>
              <a:xfrm>
                <a:off x="5615863"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34"/>
              <p:cNvSpPr/>
              <p:nvPr/>
            </p:nvSpPr>
            <p:spPr>
              <a:xfrm>
                <a:off x="5561330" y="2984642"/>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34"/>
              <p:cNvSpPr/>
              <p:nvPr/>
            </p:nvSpPr>
            <p:spPr>
              <a:xfrm>
                <a:off x="5397607"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34"/>
              <p:cNvSpPr/>
              <p:nvPr/>
            </p:nvSpPr>
            <p:spPr>
              <a:xfrm>
                <a:off x="5343038"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34"/>
              <p:cNvSpPr/>
              <p:nvPr/>
            </p:nvSpPr>
            <p:spPr>
              <a:xfrm>
                <a:off x="5288452"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34"/>
              <p:cNvSpPr/>
              <p:nvPr/>
            </p:nvSpPr>
            <p:spPr>
              <a:xfrm>
                <a:off x="5233902"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34"/>
              <p:cNvSpPr/>
              <p:nvPr/>
            </p:nvSpPr>
            <p:spPr>
              <a:xfrm>
                <a:off x="517931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34"/>
              <p:cNvSpPr/>
              <p:nvPr/>
            </p:nvSpPr>
            <p:spPr>
              <a:xfrm>
                <a:off x="5943291"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34"/>
              <p:cNvSpPr/>
              <p:nvPr/>
            </p:nvSpPr>
            <p:spPr>
              <a:xfrm>
                <a:off x="5888705" y="2930055"/>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34"/>
              <p:cNvSpPr/>
              <p:nvPr/>
            </p:nvSpPr>
            <p:spPr>
              <a:xfrm>
                <a:off x="5834154" y="2930055"/>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34"/>
              <p:cNvSpPr/>
              <p:nvPr/>
            </p:nvSpPr>
            <p:spPr>
              <a:xfrm>
                <a:off x="5725036"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34"/>
              <p:cNvSpPr/>
              <p:nvPr/>
            </p:nvSpPr>
            <p:spPr>
              <a:xfrm>
                <a:off x="5615863"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34"/>
              <p:cNvSpPr/>
              <p:nvPr/>
            </p:nvSpPr>
            <p:spPr>
              <a:xfrm>
                <a:off x="5561330" y="2930055"/>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34"/>
              <p:cNvSpPr/>
              <p:nvPr/>
            </p:nvSpPr>
            <p:spPr>
              <a:xfrm>
                <a:off x="5397607"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34"/>
              <p:cNvSpPr/>
              <p:nvPr/>
            </p:nvSpPr>
            <p:spPr>
              <a:xfrm>
                <a:off x="5288452"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34"/>
              <p:cNvSpPr/>
              <p:nvPr/>
            </p:nvSpPr>
            <p:spPr>
              <a:xfrm>
                <a:off x="5233902"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34"/>
              <p:cNvSpPr/>
              <p:nvPr/>
            </p:nvSpPr>
            <p:spPr>
              <a:xfrm>
                <a:off x="517931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34"/>
              <p:cNvSpPr/>
              <p:nvPr/>
            </p:nvSpPr>
            <p:spPr>
              <a:xfrm>
                <a:off x="5888705" y="2875505"/>
                <a:ext cx="54605" cy="54568"/>
              </a:xfrm>
              <a:custGeom>
                <a:rect b="b" l="l" r="r" t="t"/>
                <a:pathLst>
                  <a:path extrusionOk="0" h="3019" w="3021">
                    <a:moveTo>
                      <a:pt x="1" y="1"/>
                    </a:moveTo>
                    <a:lnTo>
                      <a:pt x="1"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34"/>
              <p:cNvSpPr/>
              <p:nvPr/>
            </p:nvSpPr>
            <p:spPr>
              <a:xfrm>
                <a:off x="5725036"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34"/>
              <p:cNvSpPr/>
              <p:nvPr/>
            </p:nvSpPr>
            <p:spPr>
              <a:xfrm>
                <a:off x="5670449"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34"/>
              <p:cNvSpPr/>
              <p:nvPr/>
            </p:nvSpPr>
            <p:spPr>
              <a:xfrm>
                <a:off x="5615863"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34"/>
              <p:cNvSpPr/>
              <p:nvPr/>
            </p:nvSpPr>
            <p:spPr>
              <a:xfrm>
                <a:off x="5561330" y="287550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34"/>
              <p:cNvSpPr/>
              <p:nvPr/>
            </p:nvSpPr>
            <p:spPr>
              <a:xfrm>
                <a:off x="5506744"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34"/>
              <p:cNvSpPr/>
              <p:nvPr/>
            </p:nvSpPr>
            <p:spPr>
              <a:xfrm>
                <a:off x="5452157"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34"/>
              <p:cNvSpPr/>
              <p:nvPr/>
            </p:nvSpPr>
            <p:spPr>
              <a:xfrm>
                <a:off x="5397607"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34"/>
              <p:cNvSpPr/>
              <p:nvPr/>
            </p:nvSpPr>
            <p:spPr>
              <a:xfrm>
                <a:off x="5233902"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34"/>
              <p:cNvSpPr/>
              <p:nvPr/>
            </p:nvSpPr>
            <p:spPr>
              <a:xfrm>
                <a:off x="5779586" y="282091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34"/>
              <p:cNvSpPr/>
              <p:nvPr/>
            </p:nvSpPr>
            <p:spPr>
              <a:xfrm>
                <a:off x="5725036"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34"/>
              <p:cNvSpPr/>
              <p:nvPr/>
            </p:nvSpPr>
            <p:spPr>
              <a:xfrm>
                <a:off x="5670449"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34"/>
              <p:cNvSpPr/>
              <p:nvPr/>
            </p:nvSpPr>
            <p:spPr>
              <a:xfrm>
                <a:off x="5452157" y="282091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34"/>
              <p:cNvSpPr/>
              <p:nvPr/>
            </p:nvSpPr>
            <p:spPr>
              <a:xfrm>
                <a:off x="5397607"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34"/>
              <p:cNvSpPr/>
              <p:nvPr/>
            </p:nvSpPr>
            <p:spPr>
              <a:xfrm>
                <a:off x="5343038" y="282091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5" name="Google Shape;5575;p34"/>
            <p:cNvSpPr/>
            <p:nvPr/>
          </p:nvSpPr>
          <p:spPr>
            <a:xfrm>
              <a:off x="5334000" y="4133850"/>
              <a:ext cx="295200" cy="32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76" name="Google Shape;5576;p34"/>
            <p:cNvGrpSpPr/>
            <p:nvPr/>
          </p:nvGrpSpPr>
          <p:grpSpPr>
            <a:xfrm>
              <a:off x="5074453" y="4044894"/>
              <a:ext cx="818581" cy="600289"/>
              <a:chOff x="5179315" y="2820919"/>
              <a:chExt cx="818581" cy="600289"/>
            </a:xfrm>
          </p:grpSpPr>
          <p:sp>
            <p:nvSpPr>
              <p:cNvPr id="5577" name="Google Shape;5577;p34"/>
              <p:cNvSpPr/>
              <p:nvPr/>
            </p:nvSpPr>
            <p:spPr>
              <a:xfrm>
                <a:off x="5561330" y="3366639"/>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34"/>
              <p:cNvSpPr/>
              <p:nvPr/>
            </p:nvSpPr>
            <p:spPr>
              <a:xfrm>
                <a:off x="5834154" y="3312053"/>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34"/>
              <p:cNvSpPr/>
              <p:nvPr/>
            </p:nvSpPr>
            <p:spPr>
              <a:xfrm>
                <a:off x="5615863" y="331205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34"/>
              <p:cNvSpPr/>
              <p:nvPr/>
            </p:nvSpPr>
            <p:spPr>
              <a:xfrm>
                <a:off x="5561330" y="33120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34"/>
              <p:cNvSpPr/>
              <p:nvPr/>
            </p:nvSpPr>
            <p:spPr>
              <a:xfrm>
                <a:off x="5506744"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34"/>
              <p:cNvSpPr/>
              <p:nvPr/>
            </p:nvSpPr>
            <p:spPr>
              <a:xfrm>
                <a:off x="5288452"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34"/>
              <p:cNvSpPr/>
              <p:nvPr/>
            </p:nvSpPr>
            <p:spPr>
              <a:xfrm>
                <a:off x="5779586"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34"/>
              <p:cNvSpPr/>
              <p:nvPr/>
            </p:nvSpPr>
            <p:spPr>
              <a:xfrm>
                <a:off x="5670449" y="3257466"/>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34"/>
              <p:cNvSpPr/>
              <p:nvPr/>
            </p:nvSpPr>
            <p:spPr>
              <a:xfrm>
                <a:off x="5615863" y="3257466"/>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34"/>
              <p:cNvSpPr/>
              <p:nvPr/>
            </p:nvSpPr>
            <p:spPr>
              <a:xfrm>
                <a:off x="5561330" y="3257466"/>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34"/>
              <p:cNvSpPr/>
              <p:nvPr/>
            </p:nvSpPr>
            <p:spPr>
              <a:xfrm>
                <a:off x="5506744" y="3257466"/>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34"/>
              <p:cNvSpPr/>
              <p:nvPr/>
            </p:nvSpPr>
            <p:spPr>
              <a:xfrm>
                <a:off x="5452157" y="325746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34"/>
              <p:cNvSpPr/>
              <p:nvPr/>
            </p:nvSpPr>
            <p:spPr>
              <a:xfrm>
                <a:off x="5343038"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34"/>
              <p:cNvSpPr/>
              <p:nvPr/>
            </p:nvSpPr>
            <p:spPr>
              <a:xfrm>
                <a:off x="5725036"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34"/>
              <p:cNvSpPr/>
              <p:nvPr/>
            </p:nvSpPr>
            <p:spPr>
              <a:xfrm>
                <a:off x="5670449"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34"/>
              <p:cNvSpPr/>
              <p:nvPr/>
            </p:nvSpPr>
            <p:spPr>
              <a:xfrm>
                <a:off x="5615863"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34"/>
              <p:cNvSpPr/>
              <p:nvPr/>
            </p:nvSpPr>
            <p:spPr>
              <a:xfrm>
                <a:off x="5561330"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34"/>
              <p:cNvSpPr/>
              <p:nvPr/>
            </p:nvSpPr>
            <p:spPr>
              <a:xfrm>
                <a:off x="5506744"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34"/>
              <p:cNvSpPr/>
              <p:nvPr/>
            </p:nvSpPr>
            <p:spPr>
              <a:xfrm>
                <a:off x="5452157"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34"/>
              <p:cNvSpPr/>
              <p:nvPr/>
            </p:nvSpPr>
            <p:spPr>
              <a:xfrm>
                <a:off x="5397607"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34"/>
              <p:cNvSpPr/>
              <p:nvPr/>
            </p:nvSpPr>
            <p:spPr>
              <a:xfrm>
                <a:off x="5725036"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34"/>
              <p:cNvSpPr/>
              <p:nvPr/>
            </p:nvSpPr>
            <p:spPr>
              <a:xfrm>
                <a:off x="5670449" y="3148347"/>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34"/>
              <p:cNvSpPr/>
              <p:nvPr/>
            </p:nvSpPr>
            <p:spPr>
              <a:xfrm>
                <a:off x="5452157" y="3148347"/>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34"/>
              <p:cNvSpPr/>
              <p:nvPr/>
            </p:nvSpPr>
            <p:spPr>
              <a:xfrm>
                <a:off x="5397607"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34"/>
              <p:cNvSpPr/>
              <p:nvPr/>
            </p:nvSpPr>
            <p:spPr>
              <a:xfrm>
                <a:off x="5834154" y="3093761"/>
                <a:ext cx="54568" cy="54605"/>
              </a:xfrm>
              <a:custGeom>
                <a:rect b="b" l="l" r="r" t="t"/>
                <a:pathLst>
                  <a:path extrusionOk="0" h="3021" w="3019">
                    <a:moveTo>
                      <a:pt x="1" y="1"/>
                    </a:moveTo>
                    <a:lnTo>
                      <a:pt x="1" y="3020"/>
                    </a:lnTo>
                    <a:lnTo>
                      <a:pt x="3019" y="3020"/>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34"/>
              <p:cNvSpPr/>
              <p:nvPr/>
            </p:nvSpPr>
            <p:spPr>
              <a:xfrm>
                <a:off x="5779586"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34"/>
              <p:cNvSpPr/>
              <p:nvPr/>
            </p:nvSpPr>
            <p:spPr>
              <a:xfrm>
                <a:off x="5725036"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34"/>
              <p:cNvSpPr/>
              <p:nvPr/>
            </p:nvSpPr>
            <p:spPr>
              <a:xfrm>
                <a:off x="5670449" y="309376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34"/>
              <p:cNvSpPr/>
              <p:nvPr/>
            </p:nvSpPr>
            <p:spPr>
              <a:xfrm>
                <a:off x="5561330" y="3093761"/>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34"/>
              <p:cNvSpPr/>
              <p:nvPr/>
            </p:nvSpPr>
            <p:spPr>
              <a:xfrm>
                <a:off x="5452157"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34"/>
              <p:cNvSpPr/>
              <p:nvPr/>
            </p:nvSpPr>
            <p:spPr>
              <a:xfrm>
                <a:off x="5397607"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34"/>
              <p:cNvSpPr/>
              <p:nvPr/>
            </p:nvSpPr>
            <p:spPr>
              <a:xfrm>
                <a:off x="5343038"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34"/>
              <p:cNvSpPr/>
              <p:nvPr/>
            </p:nvSpPr>
            <p:spPr>
              <a:xfrm>
                <a:off x="5288452"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34"/>
              <p:cNvSpPr/>
              <p:nvPr/>
            </p:nvSpPr>
            <p:spPr>
              <a:xfrm>
                <a:off x="5834154" y="3039228"/>
                <a:ext cx="54568" cy="54550"/>
              </a:xfrm>
              <a:custGeom>
                <a:rect b="b" l="l" r="r" t="t"/>
                <a:pathLst>
                  <a:path extrusionOk="0" h="3018" w="3019">
                    <a:moveTo>
                      <a:pt x="1" y="0"/>
                    </a:moveTo>
                    <a:lnTo>
                      <a:pt x="1" y="3018"/>
                    </a:lnTo>
                    <a:lnTo>
                      <a:pt x="3019" y="3018"/>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34"/>
              <p:cNvSpPr/>
              <p:nvPr/>
            </p:nvSpPr>
            <p:spPr>
              <a:xfrm>
                <a:off x="5779586"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34"/>
              <p:cNvSpPr/>
              <p:nvPr/>
            </p:nvSpPr>
            <p:spPr>
              <a:xfrm>
                <a:off x="5725036"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34"/>
              <p:cNvSpPr/>
              <p:nvPr/>
            </p:nvSpPr>
            <p:spPr>
              <a:xfrm>
                <a:off x="5670449"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34"/>
              <p:cNvSpPr/>
              <p:nvPr/>
            </p:nvSpPr>
            <p:spPr>
              <a:xfrm>
                <a:off x="5615863"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34"/>
              <p:cNvSpPr/>
              <p:nvPr/>
            </p:nvSpPr>
            <p:spPr>
              <a:xfrm>
                <a:off x="5561330" y="3041000"/>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34"/>
              <p:cNvSpPr/>
              <p:nvPr/>
            </p:nvSpPr>
            <p:spPr>
              <a:xfrm>
                <a:off x="5506744"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34"/>
              <p:cNvSpPr/>
              <p:nvPr/>
            </p:nvSpPr>
            <p:spPr>
              <a:xfrm>
                <a:off x="5452157"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34"/>
              <p:cNvSpPr/>
              <p:nvPr/>
            </p:nvSpPr>
            <p:spPr>
              <a:xfrm>
                <a:off x="5397607"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34"/>
              <p:cNvSpPr/>
              <p:nvPr/>
            </p:nvSpPr>
            <p:spPr>
              <a:xfrm>
                <a:off x="5343038"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34"/>
              <p:cNvSpPr/>
              <p:nvPr/>
            </p:nvSpPr>
            <p:spPr>
              <a:xfrm>
                <a:off x="5288452" y="3041000"/>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34"/>
              <p:cNvSpPr/>
              <p:nvPr/>
            </p:nvSpPr>
            <p:spPr>
              <a:xfrm>
                <a:off x="5943291"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34"/>
              <p:cNvSpPr/>
              <p:nvPr/>
            </p:nvSpPr>
            <p:spPr>
              <a:xfrm>
                <a:off x="5888705" y="2984642"/>
                <a:ext cx="54605" cy="54587"/>
              </a:xfrm>
              <a:custGeom>
                <a:rect b="b" l="l" r="r" t="t"/>
                <a:pathLst>
                  <a:path extrusionOk="0" h="3020"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34"/>
              <p:cNvSpPr/>
              <p:nvPr/>
            </p:nvSpPr>
            <p:spPr>
              <a:xfrm>
                <a:off x="5834154" y="2984642"/>
                <a:ext cx="54568" cy="54587"/>
              </a:xfrm>
              <a:custGeom>
                <a:rect b="b" l="l" r="r" t="t"/>
                <a:pathLst>
                  <a:path extrusionOk="0" h="3020"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34"/>
              <p:cNvSpPr/>
              <p:nvPr/>
            </p:nvSpPr>
            <p:spPr>
              <a:xfrm>
                <a:off x="5779586"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34"/>
              <p:cNvSpPr/>
              <p:nvPr/>
            </p:nvSpPr>
            <p:spPr>
              <a:xfrm>
                <a:off x="5725036"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34"/>
              <p:cNvSpPr/>
              <p:nvPr/>
            </p:nvSpPr>
            <p:spPr>
              <a:xfrm>
                <a:off x="5615863" y="2984642"/>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34"/>
              <p:cNvSpPr/>
              <p:nvPr/>
            </p:nvSpPr>
            <p:spPr>
              <a:xfrm>
                <a:off x="5561330" y="2984642"/>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34"/>
              <p:cNvSpPr/>
              <p:nvPr/>
            </p:nvSpPr>
            <p:spPr>
              <a:xfrm>
                <a:off x="5397607"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34"/>
              <p:cNvSpPr/>
              <p:nvPr/>
            </p:nvSpPr>
            <p:spPr>
              <a:xfrm>
                <a:off x="5343038"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34"/>
              <p:cNvSpPr/>
              <p:nvPr/>
            </p:nvSpPr>
            <p:spPr>
              <a:xfrm>
                <a:off x="5288452"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34"/>
              <p:cNvSpPr/>
              <p:nvPr/>
            </p:nvSpPr>
            <p:spPr>
              <a:xfrm>
                <a:off x="5233902"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34"/>
              <p:cNvSpPr/>
              <p:nvPr/>
            </p:nvSpPr>
            <p:spPr>
              <a:xfrm>
                <a:off x="5179315" y="2984642"/>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34"/>
              <p:cNvSpPr/>
              <p:nvPr/>
            </p:nvSpPr>
            <p:spPr>
              <a:xfrm>
                <a:off x="5943291"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34"/>
              <p:cNvSpPr/>
              <p:nvPr/>
            </p:nvSpPr>
            <p:spPr>
              <a:xfrm>
                <a:off x="5888705" y="2930055"/>
                <a:ext cx="54605" cy="54605"/>
              </a:xfrm>
              <a:custGeom>
                <a:rect b="b" l="l" r="r" t="t"/>
                <a:pathLst>
                  <a:path extrusionOk="0" h="3021"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34"/>
              <p:cNvSpPr/>
              <p:nvPr/>
            </p:nvSpPr>
            <p:spPr>
              <a:xfrm>
                <a:off x="5834154" y="2930055"/>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34"/>
              <p:cNvSpPr/>
              <p:nvPr/>
            </p:nvSpPr>
            <p:spPr>
              <a:xfrm>
                <a:off x="5725036"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34"/>
              <p:cNvSpPr/>
              <p:nvPr/>
            </p:nvSpPr>
            <p:spPr>
              <a:xfrm>
                <a:off x="5615863" y="293005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34"/>
              <p:cNvSpPr/>
              <p:nvPr/>
            </p:nvSpPr>
            <p:spPr>
              <a:xfrm>
                <a:off x="5561330" y="293005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34"/>
              <p:cNvSpPr/>
              <p:nvPr/>
            </p:nvSpPr>
            <p:spPr>
              <a:xfrm>
                <a:off x="5397607"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34"/>
              <p:cNvSpPr/>
              <p:nvPr/>
            </p:nvSpPr>
            <p:spPr>
              <a:xfrm>
                <a:off x="5288452"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34"/>
              <p:cNvSpPr/>
              <p:nvPr/>
            </p:nvSpPr>
            <p:spPr>
              <a:xfrm>
                <a:off x="5233902" y="2930055"/>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34"/>
              <p:cNvSpPr/>
              <p:nvPr/>
            </p:nvSpPr>
            <p:spPr>
              <a:xfrm>
                <a:off x="5179315" y="2930055"/>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34"/>
              <p:cNvSpPr/>
              <p:nvPr/>
            </p:nvSpPr>
            <p:spPr>
              <a:xfrm>
                <a:off x="5888705" y="2875505"/>
                <a:ext cx="54605" cy="54568"/>
              </a:xfrm>
              <a:custGeom>
                <a:rect b="b" l="l" r="r" t="t"/>
                <a:pathLst>
                  <a:path extrusionOk="0" h="3019" w="3021">
                    <a:moveTo>
                      <a:pt x="1" y="1"/>
                    </a:moveTo>
                    <a:lnTo>
                      <a:pt x="1"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34"/>
              <p:cNvSpPr/>
              <p:nvPr/>
            </p:nvSpPr>
            <p:spPr>
              <a:xfrm>
                <a:off x="5725036"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34"/>
              <p:cNvSpPr/>
              <p:nvPr/>
            </p:nvSpPr>
            <p:spPr>
              <a:xfrm>
                <a:off x="5670449"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34"/>
              <p:cNvSpPr/>
              <p:nvPr/>
            </p:nvSpPr>
            <p:spPr>
              <a:xfrm>
                <a:off x="5615863"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34"/>
              <p:cNvSpPr/>
              <p:nvPr/>
            </p:nvSpPr>
            <p:spPr>
              <a:xfrm>
                <a:off x="5561330" y="2875505"/>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34"/>
              <p:cNvSpPr/>
              <p:nvPr/>
            </p:nvSpPr>
            <p:spPr>
              <a:xfrm>
                <a:off x="5506744"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34"/>
              <p:cNvSpPr/>
              <p:nvPr/>
            </p:nvSpPr>
            <p:spPr>
              <a:xfrm>
                <a:off x="5452157"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34"/>
              <p:cNvSpPr/>
              <p:nvPr/>
            </p:nvSpPr>
            <p:spPr>
              <a:xfrm>
                <a:off x="5397607"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34"/>
              <p:cNvSpPr/>
              <p:nvPr/>
            </p:nvSpPr>
            <p:spPr>
              <a:xfrm>
                <a:off x="5233902" y="287550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34"/>
              <p:cNvSpPr/>
              <p:nvPr/>
            </p:nvSpPr>
            <p:spPr>
              <a:xfrm>
                <a:off x="5779586"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34"/>
              <p:cNvSpPr/>
              <p:nvPr/>
            </p:nvSpPr>
            <p:spPr>
              <a:xfrm>
                <a:off x="5725036"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34"/>
              <p:cNvSpPr/>
              <p:nvPr/>
            </p:nvSpPr>
            <p:spPr>
              <a:xfrm>
                <a:off x="5670449" y="282091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34"/>
              <p:cNvSpPr/>
              <p:nvPr/>
            </p:nvSpPr>
            <p:spPr>
              <a:xfrm>
                <a:off x="5452157" y="2820919"/>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34"/>
              <p:cNvSpPr/>
              <p:nvPr/>
            </p:nvSpPr>
            <p:spPr>
              <a:xfrm>
                <a:off x="5397607"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34"/>
              <p:cNvSpPr/>
              <p:nvPr/>
            </p:nvSpPr>
            <p:spPr>
              <a:xfrm>
                <a:off x="5343038"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58" name="Google Shape;5658;p34"/>
          <p:cNvGrpSpPr/>
          <p:nvPr/>
        </p:nvGrpSpPr>
        <p:grpSpPr>
          <a:xfrm>
            <a:off x="7241707" y="2189753"/>
            <a:ext cx="654821" cy="763994"/>
            <a:chOff x="7241707" y="2189753"/>
            <a:chExt cx="654821" cy="763994"/>
          </a:xfrm>
        </p:grpSpPr>
        <p:grpSp>
          <p:nvGrpSpPr>
            <p:cNvPr id="5659" name="Google Shape;5659;p34"/>
            <p:cNvGrpSpPr/>
            <p:nvPr/>
          </p:nvGrpSpPr>
          <p:grpSpPr>
            <a:xfrm>
              <a:off x="7241707" y="2189753"/>
              <a:ext cx="654821" cy="763994"/>
              <a:chOff x="5261195" y="1667716"/>
              <a:chExt cx="654821" cy="763994"/>
            </a:xfrm>
          </p:grpSpPr>
          <p:sp>
            <p:nvSpPr>
              <p:cNvPr id="5660" name="Google Shape;5660;p34"/>
              <p:cNvSpPr/>
              <p:nvPr/>
            </p:nvSpPr>
            <p:spPr>
              <a:xfrm>
                <a:off x="5752293" y="237714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34"/>
              <p:cNvSpPr/>
              <p:nvPr/>
            </p:nvSpPr>
            <p:spPr>
              <a:xfrm>
                <a:off x="5697742" y="237714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34"/>
              <p:cNvSpPr/>
              <p:nvPr/>
            </p:nvSpPr>
            <p:spPr>
              <a:xfrm>
                <a:off x="5643156" y="237714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34"/>
              <p:cNvSpPr/>
              <p:nvPr/>
            </p:nvSpPr>
            <p:spPr>
              <a:xfrm>
                <a:off x="5424900" y="237714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34"/>
              <p:cNvSpPr/>
              <p:nvPr/>
            </p:nvSpPr>
            <p:spPr>
              <a:xfrm>
                <a:off x="5370314" y="2377141"/>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34"/>
              <p:cNvSpPr/>
              <p:nvPr/>
            </p:nvSpPr>
            <p:spPr>
              <a:xfrm>
                <a:off x="5315745" y="237714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34"/>
              <p:cNvSpPr/>
              <p:nvPr/>
            </p:nvSpPr>
            <p:spPr>
              <a:xfrm>
                <a:off x="5752293" y="2322573"/>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34"/>
              <p:cNvSpPr/>
              <p:nvPr/>
            </p:nvSpPr>
            <p:spPr>
              <a:xfrm>
                <a:off x="5643156" y="2322573"/>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34"/>
              <p:cNvSpPr/>
              <p:nvPr/>
            </p:nvSpPr>
            <p:spPr>
              <a:xfrm>
                <a:off x="5424900" y="2322573"/>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34"/>
              <p:cNvSpPr/>
              <p:nvPr/>
            </p:nvSpPr>
            <p:spPr>
              <a:xfrm>
                <a:off x="5315745" y="2322573"/>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34"/>
              <p:cNvSpPr/>
              <p:nvPr/>
            </p:nvSpPr>
            <p:spPr>
              <a:xfrm>
                <a:off x="5643156" y="2267986"/>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34"/>
              <p:cNvSpPr/>
              <p:nvPr/>
            </p:nvSpPr>
            <p:spPr>
              <a:xfrm>
                <a:off x="5424900" y="226798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34"/>
              <p:cNvSpPr/>
              <p:nvPr/>
            </p:nvSpPr>
            <p:spPr>
              <a:xfrm>
                <a:off x="5861448"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34"/>
              <p:cNvSpPr/>
              <p:nvPr/>
            </p:nvSpPr>
            <p:spPr>
              <a:xfrm>
                <a:off x="5806879" y="221343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34"/>
              <p:cNvSpPr/>
              <p:nvPr/>
            </p:nvSpPr>
            <p:spPr>
              <a:xfrm>
                <a:off x="5752293" y="221343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34"/>
              <p:cNvSpPr/>
              <p:nvPr/>
            </p:nvSpPr>
            <p:spPr>
              <a:xfrm>
                <a:off x="5697742"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34"/>
              <p:cNvSpPr/>
              <p:nvPr/>
            </p:nvSpPr>
            <p:spPr>
              <a:xfrm>
                <a:off x="5643156" y="221343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34"/>
              <p:cNvSpPr/>
              <p:nvPr/>
            </p:nvSpPr>
            <p:spPr>
              <a:xfrm>
                <a:off x="5588569" y="221343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34"/>
              <p:cNvSpPr/>
              <p:nvPr/>
            </p:nvSpPr>
            <p:spPr>
              <a:xfrm>
                <a:off x="5534037" y="2213436"/>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34"/>
              <p:cNvSpPr/>
              <p:nvPr/>
            </p:nvSpPr>
            <p:spPr>
              <a:xfrm>
                <a:off x="5479450" y="221343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34"/>
              <p:cNvSpPr/>
              <p:nvPr/>
            </p:nvSpPr>
            <p:spPr>
              <a:xfrm>
                <a:off x="5424900"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34"/>
              <p:cNvSpPr/>
              <p:nvPr/>
            </p:nvSpPr>
            <p:spPr>
              <a:xfrm>
                <a:off x="5370314" y="2213436"/>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34"/>
              <p:cNvSpPr/>
              <p:nvPr/>
            </p:nvSpPr>
            <p:spPr>
              <a:xfrm>
                <a:off x="5315745" y="221343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34"/>
              <p:cNvSpPr/>
              <p:nvPr/>
            </p:nvSpPr>
            <p:spPr>
              <a:xfrm>
                <a:off x="5261195"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34"/>
              <p:cNvSpPr/>
              <p:nvPr/>
            </p:nvSpPr>
            <p:spPr>
              <a:xfrm>
                <a:off x="5697742" y="215884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34"/>
              <p:cNvSpPr/>
              <p:nvPr/>
            </p:nvSpPr>
            <p:spPr>
              <a:xfrm>
                <a:off x="5643156" y="215884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34"/>
              <p:cNvSpPr/>
              <p:nvPr/>
            </p:nvSpPr>
            <p:spPr>
              <a:xfrm>
                <a:off x="5588569" y="215884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34"/>
              <p:cNvSpPr/>
              <p:nvPr/>
            </p:nvSpPr>
            <p:spPr>
              <a:xfrm>
                <a:off x="5534037" y="215884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34"/>
              <p:cNvSpPr/>
              <p:nvPr/>
            </p:nvSpPr>
            <p:spPr>
              <a:xfrm>
                <a:off x="5479450" y="215884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34"/>
              <p:cNvSpPr/>
              <p:nvPr/>
            </p:nvSpPr>
            <p:spPr>
              <a:xfrm>
                <a:off x="5424900" y="215884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34"/>
              <p:cNvSpPr/>
              <p:nvPr/>
            </p:nvSpPr>
            <p:spPr>
              <a:xfrm>
                <a:off x="5861448"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34"/>
              <p:cNvSpPr/>
              <p:nvPr/>
            </p:nvSpPr>
            <p:spPr>
              <a:xfrm>
                <a:off x="5806879" y="2104263"/>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34"/>
              <p:cNvSpPr/>
              <p:nvPr/>
            </p:nvSpPr>
            <p:spPr>
              <a:xfrm>
                <a:off x="5697742"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34"/>
              <p:cNvSpPr/>
              <p:nvPr/>
            </p:nvSpPr>
            <p:spPr>
              <a:xfrm>
                <a:off x="5479450" y="210426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34"/>
              <p:cNvSpPr/>
              <p:nvPr/>
            </p:nvSpPr>
            <p:spPr>
              <a:xfrm>
                <a:off x="5424900"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34"/>
              <p:cNvSpPr/>
              <p:nvPr/>
            </p:nvSpPr>
            <p:spPr>
              <a:xfrm>
                <a:off x="5315745" y="2104263"/>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34"/>
              <p:cNvSpPr/>
              <p:nvPr/>
            </p:nvSpPr>
            <p:spPr>
              <a:xfrm>
                <a:off x="5261195"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34"/>
              <p:cNvSpPr/>
              <p:nvPr/>
            </p:nvSpPr>
            <p:spPr>
              <a:xfrm>
                <a:off x="5861448"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34"/>
              <p:cNvSpPr/>
              <p:nvPr/>
            </p:nvSpPr>
            <p:spPr>
              <a:xfrm>
                <a:off x="5806879" y="2049731"/>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34"/>
              <p:cNvSpPr/>
              <p:nvPr/>
            </p:nvSpPr>
            <p:spPr>
              <a:xfrm>
                <a:off x="5697742"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34"/>
              <p:cNvSpPr/>
              <p:nvPr/>
            </p:nvSpPr>
            <p:spPr>
              <a:xfrm>
                <a:off x="5588569" y="2049731"/>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34"/>
              <p:cNvSpPr/>
              <p:nvPr/>
            </p:nvSpPr>
            <p:spPr>
              <a:xfrm>
                <a:off x="5424900"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34"/>
              <p:cNvSpPr/>
              <p:nvPr/>
            </p:nvSpPr>
            <p:spPr>
              <a:xfrm>
                <a:off x="5315745" y="2049731"/>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34"/>
              <p:cNvSpPr/>
              <p:nvPr/>
            </p:nvSpPr>
            <p:spPr>
              <a:xfrm>
                <a:off x="5261195"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34"/>
              <p:cNvSpPr/>
              <p:nvPr/>
            </p:nvSpPr>
            <p:spPr>
              <a:xfrm>
                <a:off x="5861448"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34"/>
              <p:cNvSpPr/>
              <p:nvPr/>
            </p:nvSpPr>
            <p:spPr>
              <a:xfrm>
                <a:off x="5806879" y="1995144"/>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34"/>
              <p:cNvSpPr/>
              <p:nvPr/>
            </p:nvSpPr>
            <p:spPr>
              <a:xfrm>
                <a:off x="5752293" y="1995144"/>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34"/>
              <p:cNvSpPr/>
              <p:nvPr/>
            </p:nvSpPr>
            <p:spPr>
              <a:xfrm>
                <a:off x="5697742"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34"/>
              <p:cNvSpPr/>
              <p:nvPr/>
            </p:nvSpPr>
            <p:spPr>
              <a:xfrm>
                <a:off x="5643156" y="199514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34"/>
              <p:cNvSpPr/>
              <p:nvPr/>
            </p:nvSpPr>
            <p:spPr>
              <a:xfrm>
                <a:off x="5588569" y="199514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34"/>
              <p:cNvSpPr/>
              <p:nvPr/>
            </p:nvSpPr>
            <p:spPr>
              <a:xfrm>
                <a:off x="5534037" y="1995144"/>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34"/>
              <p:cNvSpPr/>
              <p:nvPr/>
            </p:nvSpPr>
            <p:spPr>
              <a:xfrm>
                <a:off x="5479450" y="1995144"/>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34"/>
              <p:cNvSpPr/>
              <p:nvPr/>
            </p:nvSpPr>
            <p:spPr>
              <a:xfrm>
                <a:off x="5424900"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34"/>
              <p:cNvSpPr/>
              <p:nvPr/>
            </p:nvSpPr>
            <p:spPr>
              <a:xfrm>
                <a:off x="5370314" y="1995144"/>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34"/>
              <p:cNvSpPr/>
              <p:nvPr/>
            </p:nvSpPr>
            <p:spPr>
              <a:xfrm>
                <a:off x="5315745" y="1995144"/>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34"/>
              <p:cNvSpPr/>
              <p:nvPr/>
            </p:nvSpPr>
            <p:spPr>
              <a:xfrm>
                <a:off x="5261195"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34"/>
              <p:cNvSpPr/>
              <p:nvPr/>
            </p:nvSpPr>
            <p:spPr>
              <a:xfrm>
                <a:off x="5861448"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34"/>
              <p:cNvSpPr/>
              <p:nvPr/>
            </p:nvSpPr>
            <p:spPr>
              <a:xfrm>
                <a:off x="5806879" y="1940594"/>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34"/>
              <p:cNvSpPr/>
              <p:nvPr/>
            </p:nvSpPr>
            <p:spPr>
              <a:xfrm>
                <a:off x="5752293" y="194059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34"/>
              <p:cNvSpPr/>
              <p:nvPr/>
            </p:nvSpPr>
            <p:spPr>
              <a:xfrm>
                <a:off x="5697742"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34"/>
              <p:cNvSpPr/>
              <p:nvPr/>
            </p:nvSpPr>
            <p:spPr>
              <a:xfrm>
                <a:off x="5588569" y="1940594"/>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34"/>
              <p:cNvSpPr/>
              <p:nvPr/>
            </p:nvSpPr>
            <p:spPr>
              <a:xfrm>
                <a:off x="5534037" y="1940594"/>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34"/>
              <p:cNvSpPr/>
              <p:nvPr/>
            </p:nvSpPr>
            <p:spPr>
              <a:xfrm>
                <a:off x="5479450" y="194059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34"/>
              <p:cNvSpPr/>
              <p:nvPr/>
            </p:nvSpPr>
            <p:spPr>
              <a:xfrm>
                <a:off x="5370314" y="1940594"/>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34"/>
              <p:cNvSpPr/>
              <p:nvPr/>
            </p:nvSpPr>
            <p:spPr>
              <a:xfrm>
                <a:off x="5315745" y="1940594"/>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34"/>
              <p:cNvSpPr/>
              <p:nvPr/>
            </p:nvSpPr>
            <p:spPr>
              <a:xfrm>
                <a:off x="5261195"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34"/>
              <p:cNvSpPr/>
              <p:nvPr/>
            </p:nvSpPr>
            <p:spPr>
              <a:xfrm>
                <a:off x="5861448"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34"/>
              <p:cNvSpPr/>
              <p:nvPr/>
            </p:nvSpPr>
            <p:spPr>
              <a:xfrm>
                <a:off x="5752293" y="1886007"/>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34"/>
              <p:cNvSpPr/>
              <p:nvPr/>
            </p:nvSpPr>
            <p:spPr>
              <a:xfrm>
                <a:off x="5697742"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34"/>
              <p:cNvSpPr/>
              <p:nvPr/>
            </p:nvSpPr>
            <p:spPr>
              <a:xfrm>
                <a:off x="5643156" y="1886007"/>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34"/>
              <p:cNvSpPr/>
              <p:nvPr/>
            </p:nvSpPr>
            <p:spPr>
              <a:xfrm>
                <a:off x="5588569" y="1886007"/>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34"/>
              <p:cNvSpPr/>
              <p:nvPr/>
            </p:nvSpPr>
            <p:spPr>
              <a:xfrm>
                <a:off x="5534037" y="1886007"/>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34"/>
              <p:cNvSpPr/>
              <p:nvPr/>
            </p:nvSpPr>
            <p:spPr>
              <a:xfrm>
                <a:off x="5479450" y="1886007"/>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34"/>
              <p:cNvSpPr/>
              <p:nvPr/>
            </p:nvSpPr>
            <p:spPr>
              <a:xfrm>
                <a:off x="5424900"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34"/>
              <p:cNvSpPr/>
              <p:nvPr/>
            </p:nvSpPr>
            <p:spPr>
              <a:xfrm>
                <a:off x="5370314" y="1886007"/>
                <a:ext cx="54568" cy="54568"/>
              </a:xfrm>
              <a:custGeom>
                <a:rect b="b" l="l" r="r" t="t"/>
                <a:pathLst>
                  <a:path extrusionOk="0" h="3019" w="3019">
                    <a:moveTo>
                      <a:pt x="1" y="1"/>
                    </a:moveTo>
                    <a:lnTo>
                      <a:pt x="1" y="3019"/>
                    </a:lnTo>
                    <a:lnTo>
                      <a:pt x="3019" y="3019"/>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34"/>
              <p:cNvSpPr/>
              <p:nvPr/>
            </p:nvSpPr>
            <p:spPr>
              <a:xfrm>
                <a:off x="5261195"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34"/>
              <p:cNvSpPr/>
              <p:nvPr/>
            </p:nvSpPr>
            <p:spPr>
              <a:xfrm>
                <a:off x="5752293" y="1831439"/>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34"/>
              <p:cNvSpPr/>
              <p:nvPr/>
            </p:nvSpPr>
            <p:spPr>
              <a:xfrm>
                <a:off x="5697742" y="1831439"/>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34"/>
              <p:cNvSpPr/>
              <p:nvPr/>
            </p:nvSpPr>
            <p:spPr>
              <a:xfrm>
                <a:off x="5643156" y="1831439"/>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34"/>
              <p:cNvSpPr/>
              <p:nvPr/>
            </p:nvSpPr>
            <p:spPr>
              <a:xfrm>
                <a:off x="5479450" y="1831439"/>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34"/>
              <p:cNvSpPr/>
              <p:nvPr/>
            </p:nvSpPr>
            <p:spPr>
              <a:xfrm>
                <a:off x="5424900" y="1831439"/>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34"/>
              <p:cNvSpPr/>
              <p:nvPr/>
            </p:nvSpPr>
            <p:spPr>
              <a:xfrm>
                <a:off x="5370314" y="1831439"/>
                <a:ext cx="54568" cy="54587"/>
              </a:xfrm>
              <a:custGeom>
                <a:rect b="b" l="l" r="r" t="t"/>
                <a:pathLst>
                  <a:path extrusionOk="0" h="3020"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34"/>
              <p:cNvSpPr/>
              <p:nvPr/>
            </p:nvSpPr>
            <p:spPr>
              <a:xfrm>
                <a:off x="5752293" y="1776889"/>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34"/>
              <p:cNvSpPr/>
              <p:nvPr/>
            </p:nvSpPr>
            <p:spPr>
              <a:xfrm>
                <a:off x="5370314" y="1776889"/>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34"/>
              <p:cNvSpPr/>
              <p:nvPr/>
            </p:nvSpPr>
            <p:spPr>
              <a:xfrm>
                <a:off x="5752293" y="172230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34"/>
              <p:cNvSpPr/>
              <p:nvPr/>
            </p:nvSpPr>
            <p:spPr>
              <a:xfrm>
                <a:off x="5697742" y="172230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34"/>
              <p:cNvSpPr/>
              <p:nvPr/>
            </p:nvSpPr>
            <p:spPr>
              <a:xfrm>
                <a:off x="5643156" y="1722302"/>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34"/>
              <p:cNvSpPr/>
              <p:nvPr/>
            </p:nvSpPr>
            <p:spPr>
              <a:xfrm>
                <a:off x="5588569" y="1722302"/>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34"/>
              <p:cNvSpPr/>
              <p:nvPr/>
            </p:nvSpPr>
            <p:spPr>
              <a:xfrm>
                <a:off x="5534037" y="1722302"/>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34"/>
              <p:cNvSpPr/>
              <p:nvPr/>
            </p:nvSpPr>
            <p:spPr>
              <a:xfrm>
                <a:off x="5479450" y="172230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34"/>
              <p:cNvSpPr/>
              <p:nvPr/>
            </p:nvSpPr>
            <p:spPr>
              <a:xfrm>
                <a:off x="5424900" y="172230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34"/>
              <p:cNvSpPr/>
              <p:nvPr/>
            </p:nvSpPr>
            <p:spPr>
              <a:xfrm>
                <a:off x="5370314" y="1722302"/>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34"/>
              <p:cNvSpPr/>
              <p:nvPr/>
            </p:nvSpPr>
            <p:spPr>
              <a:xfrm>
                <a:off x="5752293" y="166771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34"/>
              <p:cNvSpPr/>
              <p:nvPr/>
            </p:nvSpPr>
            <p:spPr>
              <a:xfrm>
                <a:off x="5370314" y="1667716"/>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4" name="Google Shape;5754;p34"/>
            <p:cNvSpPr/>
            <p:nvPr/>
          </p:nvSpPr>
          <p:spPr>
            <a:xfrm>
              <a:off x="7408075" y="2450300"/>
              <a:ext cx="297600" cy="245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5" name="Google Shape;5755;p34"/>
            <p:cNvGrpSpPr/>
            <p:nvPr/>
          </p:nvGrpSpPr>
          <p:grpSpPr>
            <a:xfrm>
              <a:off x="7241707" y="2189753"/>
              <a:ext cx="654821" cy="763994"/>
              <a:chOff x="5261195" y="1667716"/>
              <a:chExt cx="654821" cy="763994"/>
            </a:xfrm>
          </p:grpSpPr>
          <p:sp>
            <p:nvSpPr>
              <p:cNvPr id="5756" name="Google Shape;5756;p34"/>
              <p:cNvSpPr/>
              <p:nvPr/>
            </p:nvSpPr>
            <p:spPr>
              <a:xfrm>
                <a:off x="5752293" y="237714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34"/>
              <p:cNvSpPr/>
              <p:nvPr/>
            </p:nvSpPr>
            <p:spPr>
              <a:xfrm>
                <a:off x="5697742" y="237714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34"/>
              <p:cNvSpPr/>
              <p:nvPr/>
            </p:nvSpPr>
            <p:spPr>
              <a:xfrm>
                <a:off x="5643156" y="237714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34"/>
              <p:cNvSpPr/>
              <p:nvPr/>
            </p:nvSpPr>
            <p:spPr>
              <a:xfrm>
                <a:off x="5424900" y="237714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34"/>
              <p:cNvSpPr/>
              <p:nvPr/>
            </p:nvSpPr>
            <p:spPr>
              <a:xfrm>
                <a:off x="5370314" y="2377141"/>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34"/>
              <p:cNvSpPr/>
              <p:nvPr/>
            </p:nvSpPr>
            <p:spPr>
              <a:xfrm>
                <a:off x="5315745" y="237714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34"/>
              <p:cNvSpPr/>
              <p:nvPr/>
            </p:nvSpPr>
            <p:spPr>
              <a:xfrm>
                <a:off x="5752293" y="2322573"/>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34"/>
              <p:cNvSpPr/>
              <p:nvPr/>
            </p:nvSpPr>
            <p:spPr>
              <a:xfrm>
                <a:off x="5643156" y="2322573"/>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34"/>
              <p:cNvSpPr/>
              <p:nvPr/>
            </p:nvSpPr>
            <p:spPr>
              <a:xfrm>
                <a:off x="5424900" y="2322573"/>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34"/>
              <p:cNvSpPr/>
              <p:nvPr/>
            </p:nvSpPr>
            <p:spPr>
              <a:xfrm>
                <a:off x="5315745" y="2322573"/>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34"/>
              <p:cNvSpPr/>
              <p:nvPr/>
            </p:nvSpPr>
            <p:spPr>
              <a:xfrm>
                <a:off x="5643156" y="2267986"/>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34"/>
              <p:cNvSpPr/>
              <p:nvPr/>
            </p:nvSpPr>
            <p:spPr>
              <a:xfrm>
                <a:off x="5424900" y="226798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34"/>
              <p:cNvSpPr/>
              <p:nvPr/>
            </p:nvSpPr>
            <p:spPr>
              <a:xfrm>
                <a:off x="5861448" y="2213436"/>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34"/>
              <p:cNvSpPr/>
              <p:nvPr/>
            </p:nvSpPr>
            <p:spPr>
              <a:xfrm>
                <a:off x="5806879" y="2213436"/>
                <a:ext cx="54586"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34"/>
              <p:cNvSpPr/>
              <p:nvPr/>
            </p:nvSpPr>
            <p:spPr>
              <a:xfrm>
                <a:off x="5752293" y="221343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34"/>
              <p:cNvSpPr/>
              <p:nvPr/>
            </p:nvSpPr>
            <p:spPr>
              <a:xfrm>
                <a:off x="5697742" y="221343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34"/>
              <p:cNvSpPr/>
              <p:nvPr/>
            </p:nvSpPr>
            <p:spPr>
              <a:xfrm>
                <a:off x="5643156" y="221343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34"/>
              <p:cNvSpPr/>
              <p:nvPr/>
            </p:nvSpPr>
            <p:spPr>
              <a:xfrm>
                <a:off x="5588569" y="221343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34"/>
              <p:cNvSpPr/>
              <p:nvPr/>
            </p:nvSpPr>
            <p:spPr>
              <a:xfrm>
                <a:off x="5534037" y="2213436"/>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34"/>
              <p:cNvSpPr/>
              <p:nvPr/>
            </p:nvSpPr>
            <p:spPr>
              <a:xfrm>
                <a:off x="5479450" y="221343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34"/>
              <p:cNvSpPr/>
              <p:nvPr/>
            </p:nvSpPr>
            <p:spPr>
              <a:xfrm>
                <a:off x="5424900" y="221343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34"/>
              <p:cNvSpPr/>
              <p:nvPr/>
            </p:nvSpPr>
            <p:spPr>
              <a:xfrm>
                <a:off x="5370314" y="2213436"/>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34"/>
              <p:cNvSpPr/>
              <p:nvPr/>
            </p:nvSpPr>
            <p:spPr>
              <a:xfrm>
                <a:off x="5315745" y="2213436"/>
                <a:ext cx="54586"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34"/>
              <p:cNvSpPr/>
              <p:nvPr/>
            </p:nvSpPr>
            <p:spPr>
              <a:xfrm>
                <a:off x="5261195" y="2213436"/>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34"/>
              <p:cNvSpPr/>
              <p:nvPr/>
            </p:nvSpPr>
            <p:spPr>
              <a:xfrm>
                <a:off x="5697742" y="2158849"/>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34"/>
              <p:cNvSpPr/>
              <p:nvPr/>
            </p:nvSpPr>
            <p:spPr>
              <a:xfrm>
                <a:off x="5643156" y="2158849"/>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34"/>
              <p:cNvSpPr/>
              <p:nvPr/>
            </p:nvSpPr>
            <p:spPr>
              <a:xfrm>
                <a:off x="5588569" y="2158849"/>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34"/>
              <p:cNvSpPr/>
              <p:nvPr/>
            </p:nvSpPr>
            <p:spPr>
              <a:xfrm>
                <a:off x="5534037" y="2158849"/>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34"/>
              <p:cNvSpPr/>
              <p:nvPr/>
            </p:nvSpPr>
            <p:spPr>
              <a:xfrm>
                <a:off x="5479450" y="2158849"/>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34"/>
              <p:cNvSpPr/>
              <p:nvPr/>
            </p:nvSpPr>
            <p:spPr>
              <a:xfrm>
                <a:off x="5424900" y="2158849"/>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34"/>
              <p:cNvSpPr/>
              <p:nvPr/>
            </p:nvSpPr>
            <p:spPr>
              <a:xfrm>
                <a:off x="5861448" y="2104263"/>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34"/>
              <p:cNvSpPr/>
              <p:nvPr/>
            </p:nvSpPr>
            <p:spPr>
              <a:xfrm>
                <a:off x="5806879" y="2104263"/>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34"/>
              <p:cNvSpPr/>
              <p:nvPr/>
            </p:nvSpPr>
            <p:spPr>
              <a:xfrm>
                <a:off x="5697742" y="210426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34"/>
              <p:cNvSpPr/>
              <p:nvPr/>
            </p:nvSpPr>
            <p:spPr>
              <a:xfrm>
                <a:off x="5479450" y="210426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34"/>
              <p:cNvSpPr/>
              <p:nvPr/>
            </p:nvSpPr>
            <p:spPr>
              <a:xfrm>
                <a:off x="5424900" y="210426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34"/>
              <p:cNvSpPr/>
              <p:nvPr/>
            </p:nvSpPr>
            <p:spPr>
              <a:xfrm>
                <a:off x="5315745" y="2104263"/>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34"/>
              <p:cNvSpPr/>
              <p:nvPr/>
            </p:nvSpPr>
            <p:spPr>
              <a:xfrm>
                <a:off x="5261195" y="2104263"/>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34"/>
              <p:cNvSpPr/>
              <p:nvPr/>
            </p:nvSpPr>
            <p:spPr>
              <a:xfrm>
                <a:off x="5861448" y="2049731"/>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34"/>
              <p:cNvSpPr/>
              <p:nvPr/>
            </p:nvSpPr>
            <p:spPr>
              <a:xfrm>
                <a:off x="5806879" y="2049731"/>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34"/>
              <p:cNvSpPr/>
              <p:nvPr/>
            </p:nvSpPr>
            <p:spPr>
              <a:xfrm>
                <a:off x="5697742" y="2049731"/>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34"/>
              <p:cNvSpPr/>
              <p:nvPr/>
            </p:nvSpPr>
            <p:spPr>
              <a:xfrm>
                <a:off x="5588569" y="2049731"/>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34"/>
              <p:cNvSpPr/>
              <p:nvPr/>
            </p:nvSpPr>
            <p:spPr>
              <a:xfrm>
                <a:off x="5424900" y="2049731"/>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34"/>
              <p:cNvSpPr/>
              <p:nvPr/>
            </p:nvSpPr>
            <p:spPr>
              <a:xfrm>
                <a:off x="5315745" y="2049731"/>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34"/>
              <p:cNvSpPr/>
              <p:nvPr/>
            </p:nvSpPr>
            <p:spPr>
              <a:xfrm>
                <a:off x="5261195" y="2049731"/>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34"/>
              <p:cNvSpPr/>
              <p:nvPr/>
            </p:nvSpPr>
            <p:spPr>
              <a:xfrm>
                <a:off x="5861448" y="1995144"/>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34"/>
              <p:cNvSpPr/>
              <p:nvPr/>
            </p:nvSpPr>
            <p:spPr>
              <a:xfrm>
                <a:off x="5806879" y="1995144"/>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34"/>
              <p:cNvSpPr/>
              <p:nvPr/>
            </p:nvSpPr>
            <p:spPr>
              <a:xfrm>
                <a:off x="5752293" y="1995144"/>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34"/>
              <p:cNvSpPr/>
              <p:nvPr/>
            </p:nvSpPr>
            <p:spPr>
              <a:xfrm>
                <a:off x="5697742" y="1995144"/>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34"/>
              <p:cNvSpPr/>
              <p:nvPr/>
            </p:nvSpPr>
            <p:spPr>
              <a:xfrm>
                <a:off x="5643156" y="1995144"/>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34"/>
              <p:cNvSpPr/>
              <p:nvPr/>
            </p:nvSpPr>
            <p:spPr>
              <a:xfrm>
                <a:off x="5588569" y="1995144"/>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34"/>
              <p:cNvSpPr/>
              <p:nvPr/>
            </p:nvSpPr>
            <p:spPr>
              <a:xfrm>
                <a:off x="5534037" y="1995144"/>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34"/>
              <p:cNvSpPr/>
              <p:nvPr/>
            </p:nvSpPr>
            <p:spPr>
              <a:xfrm>
                <a:off x="5479450" y="1995144"/>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34"/>
              <p:cNvSpPr/>
              <p:nvPr/>
            </p:nvSpPr>
            <p:spPr>
              <a:xfrm>
                <a:off x="5424900" y="1995144"/>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34"/>
              <p:cNvSpPr/>
              <p:nvPr/>
            </p:nvSpPr>
            <p:spPr>
              <a:xfrm>
                <a:off x="5370314" y="1995144"/>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34"/>
              <p:cNvSpPr/>
              <p:nvPr/>
            </p:nvSpPr>
            <p:spPr>
              <a:xfrm>
                <a:off x="5315745" y="1995144"/>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34"/>
              <p:cNvSpPr/>
              <p:nvPr/>
            </p:nvSpPr>
            <p:spPr>
              <a:xfrm>
                <a:off x="5261195" y="1995144"/>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34"/>
              <p:cNvSpPr/>
              <p:nvPr/>
            </p:nvSpPr>
            <p:spPr>
              <a:xfrm>
                <a:off x="5861448" y="1940594"/>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34"/>
              <p:cNvSpPr/>
              <p:nvPr/>
            </p:nvSpPr>
            <p:spPr>
              <a:xfrm>
                <a:off x="5806879" y="1940594"/>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34"/>
              <p:cNvSpPr/>
              <p:nvPr/>
            </p:nvSpPr>
            <p:spPr>
              <a:xfrm>
                <a:off x="5752293" y="1940594"/>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34"/>
              <p:cNvSpPr/>
              <p:nvPr/>
            </p:nvSpPr>
            <p:spPr>
              <a:xfrm>
                <a:off x="5697742" y="1940594"/>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34"/>
              <p:cNvSpPr/>
              <p:nvPr/>
            </p:nvSpPr>
            <p:spPr>
              <a:xfrm>
                <a:off x="5588569" y="1940594"/>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34"/>
              <p:cNvSpPr/>
              <p:nvPr/>
            </p:nvSpPr>
            <p:spPr>
              <a:xfrm>
                <a:off x="5534037" y="1940594"/>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34"/>
              <p:cNvSpPr/>
              <p:nvPr/>
            </p:nvSpPr>
            <p:spPr>
              <a:xfrm>
                <a:off x="5479450" y="1940594"/>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34"/>
              <p:cNvSpPr/>
              <p:nvPr/>
            </p:nvSpPr>
            <p:spPr>
              <a:xfrm>
                <a:off x="5370314" y="1940594"/>
                <a:ext cx="54568" cy="54568"/>
              </a:xfrm>
              <a:custGeom>
                <a:rect b="b" l="l" r="r" t="t"/>
                <a:pathLst>
                  <a:path extrusionOk="0" h="3019" w="3019">
                    <a:moveTo>
                      <a:pt x="1" y="1"/>
                    </a:moveTo>
                    <a:lnTo>
                      <a:pt x="1" y="3018"/>
                    </a:lnTo>
                    <a:lnTo>
                      <a:pt x="3019" y="3018"/>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34"/>
              <p:cNvSpPr/>
              <p:nvPr/>
            </p:nvSpPr>
            <p:spPr>
              <a:xfrm>
                <a:off x="5315745" y="1940594"/>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34"/>
              <p:cNvSpPr/>
              <p:nvPr/>
            </p:nvSpPr>
            <p:spPr>
              <a:xfrm>
                <a:off x="5261195" y="1940594"/>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34"/>
              <p:cNvSpPr/>
              <p:nvPr/>
            </p:nvSpPr>
            <p:spPr>
              <a:xfrm>
                <a:off x="5861448" y="1886007"/>
                <a:ext cx="54568" cy="54568"/>
              </a:xfrm>
              <a:custGeom>
                <a:rect b="b" l="l" r="r" t="t"/>
                <a:pathLst>
                  <a:path extrusionOk="0" h="3019" w="3019">
                    <a:moveTo>
                      <a:pt x="1" y="1"/>
                    </a:moveTo>
                    <a:lnTo>
                      <a:pt x="1" y="3019"/>
                    </a:lnTo>
                    <a:lnTo>
                      <a:pt x="3018" y="3019"/>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34"/>
              <p:cNvSpPr/>
              <p:nvPr/>
            </p:nvSpPr>
            <p:spPr>
              <a:xfrm>
                <a:off x="5752293" y="1886007"/>
                <a:ext cx="54605" cy="54568"/>
              </a:xfrm>
              <a:custGeom>
                <a:rect b="b" l="l" r="r" t="t"/>
                <a:pathLst>
                  <a:path extrusionOk="0" h="3019" w="3021">
                    <a:moveTo>
                      <a:pt x="0" y="1"/>
                    </a:moveTo>
                    <a:lnTo>
                      <a:pt x="0" y="3019"/>
                    </a:lnTo>
                    <a:lnTo>
                      <a:pt x="3020" y="3019"/>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34"/>
              <p:cNvSpPr/>
              <p:nvPr/>
            </p:nvSpPr>
            <p:spPr>
              <a:xfrm>
                <a:off x="5697742" y="1886007"/>
                <a:ext cx="54568" cy="54568"/>
              </a:xfrm>
              <a:custGeom>
                <a:rect b="b" l="l" r="r" t="t"/>
                <a:pathLst>
                  <a:path extrusionOk="0" h="3019" w="3019">
                    <a:moveTo>
                      <a:pt x="1" y="1"/>
                    </a:moveTo>
                    <a:lnTo>
                      <a:pt x="1"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34"/>
              <p:cNvSpPr/>
              <p:nvPr/>
            </p:nvSpPr>
            <p:spPr>
              <a:xfrm>
                <a:off x="5643156" y="1886007"/>
                <a:ext cx="54605" cy="54568"/>
              </a:xfrm>
              <a:custGeom>
                <a:rect b="b" l="l" r="r" t="t"/>
                <a:pathLst>
                  <a:path extrusionOk="0" h="3019" w="3021">
                    <a:moveTo>
                      <a:pt x="1" y="1"/>
                    </a:moveTo>
                    <a:lnTo>
                      <a:pt x="1" y="3019"/>
                    </a:lnTo>
                    <a:lnTo>
                      <a:pt x="3021" y="3019"/>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34"/>
              <p:cNvSpPr/>
              <p:nvPr/>
            </p:nvSpPr>
            <p:spPr>
              <a:xfrm>
                <a:off x="5588569" y="1886007"/>
                <a:ext cx="54605" cy="54568"/>
              </a:xfrm>
              <a:custGeom>
                <a:rect b="b" l="l" r="r" t="t"/>
                <a:pathLst>
                  <a:path extrusionOk="0" h="3019" w="3021">
                    <a:moveTo>
                      <a:pt x="1" y="1"/>
                    </a:moveTo>
                    <a:lnTo>
                      <a:pt x="1" y="3019"/>
                    </a:lnTo>
                    <a:lnTo>
                      <a:pt x="3021" y="3019"/>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34"/>
              <p:cNvSpPr/>
              <p:nvPr/>
            </p:nvSpPr>
            <p:spPr>
              <a:xfrm>
                <a:off x="5534037" y="1886007"/>
                <a:ext cx="54550" cy="54568"/>
              </a:xfrm>
              <a:custGeom>
                <a:rect b="b" l="l" r="r" t="t"/>
                <a:pathLst>
                  <a:path extrusionOk="0" h="3019" w="3018">
                    <a:moveTo>
                      <a:pt x="0" y="1"/>
                    </a:moveTo>
                    <a:lnTo>
                      <a:pt x="0"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34"/>
              <p:cNvSpPr/>
              <p:nvPr/>
            </p:nvSpPr>
            <p:spPr>
              <a:xfrm>
                <a:off x="5479450" y="1886007"/>
                <a:ext cx="54605" cy="54568"/>
              </a:xfrm>
              <a:custGeom>
                <a:rect b="b" l="l" r="r" t="t"/>
                <a:pathLst>
                  <a:path extrusionOk="0" h="3019" w="3021">
                    <a:moveTo>
                      <a:pt x="0" y="1"/>
                    </a:moveTo>
                    <a:lnTo>
                      <a:pt x="0" y="3019"/>
                    </a:lnTo>
                    <a:lnTo>
                      <a:pt x="3020" y="3019"/>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34"/>
              <p:cNvSpPr/>
              <p:nvPr/>
            </p:nvSpPr>
            <p:spPr>
              <a:xfrm>
                <a:off x="5424900" y="1886007"/>
                <a:ext cx="54568" cy="54568"/>
              </a:xfrm>
              <a:custGeom>
                <a:rect b="b" l="l" r="r" t="t"/>
                <a:pathLst>
                  <a:path extrusionOk="0" h="3019" w="3019">
                    <a:moveTo>
                      <a:pt x="1" y="1"/>
                    </a:moveTo>
                    <a:lnTo>
                      <a:pt x="1"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34"/>
              <p:cNvSpPr/>
              <p:nvPr/>
            </p:nvSpPr>
            <p:spPr>
              <a:xfrm>
                <a:off x="5370314" y="1886007"/>
                <a:ext cx="54568" cy="54568"/>
              </a:xfrm>
              <a:custGeom>
                <a:rect b="b" l="l" r="r" t="t"/>
                <a:pathLst>
                  <a:path extrusionOk="0" h="3019" w="3019">
                    <a:moveTo>
                      <a:pt x="1" y="1"/>
                    </a:moveTo>
                    <a:lnTo>
                      <a:pt x="1" y="3019"/>
                    </a:lnTo>
                    <a:lnTo>
                      <a:pt x="3019" y="3019"/>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34"/>
              <p:cNvSpPr/>
              <p:nvPr/>
            </p:nvSpPr>
            <p:spPr>
              <a:xfrm>
                <a:off x="5261195" y="1886007"/>
                <a:ext cx="54568" cy="54568"/>
              </a:xfrm>
              <a:custGeom>
                <a:rect b="b" l="l" r="r" t="t"/>
                <a:pathLst>
                  <a:path extrusionOk="0" h="3019" w="3019">
                    <a:moveTo>
                      <a:pt x="1" y="1"/>
                    </a:moveTo>
                    <a:lnTo>
                      <a:pt x="1" y="3019"/>
                    </a:lnTo>
                    <a:lnTo>
                      <a:pt x="3018" y="3019"/>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34"/>
              <p:cNvSpPr/>
              <p:nvPr/>
            </p:nvSpPr>
            <p:spPr>
              <a:xfrm>
                <a:off x="5752293" y="1831439"/>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34"/>
              <p:cNvSpPr/>
              <p:nvPr/>
            </p:nvSpPr>
            <p:spPr>
              <a:xfrm>
                <a:off x="5697742" y="1831439"/>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34"/>
              <p:cNvSpPr/>
              <p:nvPr/>
            </p:nvSpPr>
            <p:spPr>
              <a:xfrm>
                <a:off x="5643156" y="1831439"/>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34"/>
              <p:cNvSpPr/>
              <p:nvPr/>
            </p:nvSpPr>
            <p:spPr>
              <a:xfrm>
                <a:off x="5479450" y="1831439"/>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34"/>
              <p:cNvSpPr/>
              <p:nvPr/>
            </p:nvSpPr>
            <p:spPr>
              <a:xfrm>
                <a:off x="5424900" y="1831439"/>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34"/>
              <p:cNvSpPr/>
              <p:nvPr/>
            </p:nvSpPr>
            <p:spPr>
              <a:xfrm>
                <a:off x="5370314" y="1831439"/>
                <a:ext cx="54568" cy="54587"/>
              </a:xfrm>
              <a:custGeom>
                <a:rect b="b" l="l" r="r" t="t"/>
                <a:pathLst>
                  <a:path extrusionOk="0" h="3020"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34"/>
              <p:cNvSpPr/>
              <p:nvPr/>
            </p:nvSpPr>
            <p:spPr>
              <a:xfrm>
                <a:off x="5752293" y="1776889"/>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34"/>
              <p:cNvSpPr/>
              <p:nvPr/>
            </p:nvSpPr>
            <p:spPr>
              <a:xfrm>
                <a:off x="5370314" y="1776889"/>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34"/>
              <p:cNvSpPr/>
              <p:nvPr/>
            </p:nvSpPr>
            <p:spPr>
              <a:xfrm>
                <a:off x="5752293" y="172230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34"/>
              <p:cNvSpPr/>
              <p:nvPr/>
            </p:nvSpPr>
            <p:spPr>
              <a:xfrm>
                <a:off x="5697742" y="1722302"/>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34"/>
              <p:cNvSpPr/>
              <p:nvPr/>
            </p:nvSpPr>
            <p:spPr>
              <a:xfrm>
                <a:off x="5643156" y="1722302"/>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34"/>
              <p:cNvSpPr/>
              <p:nvPr/>
            </p:nvSpPr>
            <p:spPr>
              <a:xfrm>
                <a:off x="5588569" y="1722302"/>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34"/>
              <p:cNvSpPr/>
              <p:nvPr/>
            </p:nvSpPr>
            <p:spPr>
              <a:xfrm>
                <a:off x="5534037" y="1722302"/>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34"/>
              <p:cNvSpPr/>
              <p:nvPr/>
            </p:nvSpPr>
            <p:spPr>
              <a:xfrm>
                <a:off x="5479450" y="172230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34"/>
              <p:cNvSpPr/>
              <p:nvPr/>
            </p:nvSpPr>
            <p:spPr>
              <a:xfrm>
                <a:off x="5424900" y="1722302"/>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34"/>
              <p:cNvSpPr/>
              <p:nvPr/>
            </p:nvSpPr>
            <p:spPr>
              <a:xfrm>
                <a:off x="5370314" y="1722302"/>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34"/>
              <p:cNvSpPr/>
              <p:nvPr/>
            </p:nvSpPr>
            <p:spPr>
              <a:xfrm>
                <a:off x="5752293" y="166771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34"/>
              <p:cNvSpPr/>
              <p:nvPr/>
            </p:nvSpPr>
            <p:spPr>
              <a:xfrm>
                <a:off x="5370314" y="1667716"/>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53" name="Shape 5853"/>
        <p:cNvGrpSpPr/>
        <p:nvPr/>
      </p:nvGrpSpPr>
      <p:grpSpPr>
        <a:xfrm>
          <a:off x="0" y="0"/>
          <a:ext cx="0" cy="0"/>
          <a:chOff x="0" y="0"/>
          <a:chExt cx="0" cy="0"/>
        </a:xfrm>
      </p:grpSpPr>
      <p:sp>
        <p:nvSpPr>
          <p:cNvPr id="5854" name="Google Shape;5854;p35"/>
          <p:cNvSpPr txBox="1"/>
          <p:nvPr>
            <p:ph type="title"/>
          </p:nvPr>
        </p:nvSpPr>
        <p:spPr>
          <a:xfrm>
            <a:off x="2564250" y="1460725"/>
            <a:ext cx="4015500" cy="175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t>DEMO</a:t>
            </a:r>
            <a:endParaRPr sz="6000"/>
          </a:p>
        </p:txBody>
      </p:sp>
      <p:sp>
        <p:nvSpPr>
          <p:cNvPr id="5855" name="Google Shape;5855;p35"/>
          <p:cNvSpPr txBox="1"/>
          <p:nvPr>
            <p:ph idx="1" type="subTitle"/>
          </p:nvPr>
        </p:nvSpPr>
        <p:spPr>
          <a:xfrm>
            <a:off x="1009765" y="4603501"/>
            <a:ext cx="15630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SLIDESGO</a:t>
            </a:r>
            <a:endParaRPr/>
          </a:p>
        </p:txBody>
      </p:sp>
      <p:sp>
        <p:nvSpPr>
          <p:cNvPr id="5856" name="Google Shape;5856;p35"/>
          <p:cNvSpPr txBox="1"/>
          <p:nvPr>
            <p:ph idx="2" type="subTitle"/>
          </p:nvPr>
        </p:nvSpPr>
        <p:spPr>
          <a:xfrm>
            <a:off x="7438624" y="4603501"/>
            <a:ext cx="988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CREDITS</a:t>
            </a:r>
            <a:endParaRPr/>
          </a:p>
        </p:txBody>
      </p:sp>
      <p:sp>
        <p:nvSpPr>
          <p:cNvPr id="5857" name="Google Shape;5857;p35"/>
          <p:cNvSpPr txBox="1"/>
          <p:nvPr>
            <p:ph idx="3" type="subTitle"/>
          </p:nvPr>
        </p:nvSpPr>
        <p:spPr>
          <a:xfrm>
            <a:off x="718440" y="329088"/>
            <a:ext cx="13833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 UP </a:t>
            </a:r>
            <a:r>
              <a:rPr lang="en">
                <a:solidFill>
                  <a:schemeClr val="dk2"/>
                </a:solidFill>
              </a:rPr>
              <a:t>25000</a:t>
            </a:r>
            <a:endParaRPr>
              <a:solidFill>
                <a:schemeClr val="dk2"/>
              </a:solidFill>
            </a:endParaRPr>
          </a:p>
        </p:txBody>
      </p:sp>
      <p:sp>
        <p:nvSpPr>
          <p:cNvPr id="5858" name="Google Shape;5858;p35"/>
          <p:cNvSpPr txBox="1"/>
          <p:nvPr>
            <p:ph idx="4" type="subTitle"/>
          </p:nvPr>
        </p:nvSpPr>
        <p:spPr>
          <a:xfrm>
            <a:off x="6979624" y="329088"/>
            <a:ext cx="1447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 UP </a:t>
            </a:r>
            <a:r>
              <a:rPr lang="en">
                <a:solidFill>
                  <a:schemeClr val="dk2"/>
                </a:solidFill>
              </a:rPr>
              <a:t>003200</a:t>
            </a:r>
            <a:endParaRPr>
              <a:solidFill>
                <a:schemeClr val="dk2"/>
              </a:solidFill>
            </a:endParaRPr>
          </a:p>
        </p:txBody>
      </p:sp>
      <p:sp>
        <p:nvSpPr>
          <p:cNvPr id="5859" name="Google Shape;5859;p35"/>
          <p:cNvSpPr/>
          <p:nvPr/>
        </p:nvSpPr>
        <p:spPr>
          <a:xfrm>
            <a:off x="3816850" y="735063"/>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35"/>
          <p:cNvSpPr/>
          <p:nvPr/>
        </p:nvSpPr>
        <p:spPr>
          <a:xfrm>
            <a:off x="7082700" y="3919038"/>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35"/>
          <p:cNvSpPr/>
          <p:nvPr/>
        </p:nvSpPr>
        <p:spPr>
          <a:xfrm>
            <a:off x="1373350" y="4326550"/>
            <a:ext cx="73500" cy="7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35"/>
          <p:cNvSpPr/>
          <p:nvPr/>
        </p:nvSpPr>
        <p:spPr>
          <a:xfrm>
            <a:off x="6827600" y="306285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35"/>
          <p:cNvSpPr/>
          <p:nvPr/>
        </p:nvSpPr>
        <p:spPr>
          <a:xfrm>
            <a:off x="1087600" y="26001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35"/>
          <p:cNvSpPr/>
          <p:nvPr/>
        </p:nvSpPr>
        <p:spPr>
          <a:xfrm>
            <a:off x="7082688" y="827650"/>
            <a:ext cx="73500" cy="7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35"/>
          <p:cNvSpPr/>
          <p:nvPr/>
        </p:nvSpPr>
        <p:spPr>
          <a:xfrm>
            <a:off x="8254025" y="287460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35"/>
          <p:cNvSpPr/>
          <p:nvPr/>
        </p:nvSpPr>
        <p:spPr>
          <a:xfrm>
            <a:off x="3226063" y="4566750"/>
            <a:ext cx="73500" cy="7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7" name="Google Shape;5867;p35"/>
          <p:cNvGrpSpPr/>
          <p:nvPr/>
        </p:nvGrpSpPr>
        <p:grpSpPr>
          <a:xfrm>
            <a:off x="8201663" y="3866663"/>
            <a:ext cx="178225" cy="178225"/>
            <a:chOff x="6772475" y="3811500"/>
            <a:chExt cx="178225" cy="178225"/>
          </a:xfrm>
        </p:grpSpPr>
        <p:sp>
          <p:nvSpPr>
            <p:cNvPr id="5868" name="Google Shape;5868;p3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3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3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3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3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3" name="Google Shape;5873;p35"/>
          <p:cNvGrpSpPr/>
          <p:nvPr/>
        </p:nvGrpSpPr>
        <p:grpSpPr>
          <a:xfrm>
            <a:off x="5529888" y="1282488"/>
            <a:ext cx="178225" cy="178225"/>
            <a:chOff x="6772475" y="3811500"/>
            <a:chExt cx="178225" cy="178225"/>
          </a:xfrm>
        </p:grpSpPr>
        <p:sp>
          <p:nvSpPr>
            <p:cNvPr id="5874" name="Google Shape;5874;p35"/>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35"/>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35"/>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35"/>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35"/>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9" name="Google Shape;5879;p35"/>
          <p:cNvSpPr/>
          <p:nvPr/>
        </p:nvSpPr>
        <p:spPr>
          <a:xfrm>
            <a:off x="829591" y="4599928"/>
            <a:ext cx="178225" cy="178225"/>
          </a:xfrm>
          <a:prstGeom prst="rect">
            <a:avLst/>
          </a:prstGeom>
        </p:spPr>
        <p:txBody>
          <a:bodyPr>
            <a:prstTxWarp prst="textPlain"/>
          </a:bodyPr>
          <a:lstStyle/>
          <a:p>
            <a:pPr lvl="0" algn="ctr"/>
            <a:r>
              <a:rPr b="0" i="0">
                <a:ln>
                  <a:noFill/>
                </a:ln>
                <a:solidFill>
                  <a:schemeClr val="lt1"/>
                </a:solidFill>
                <a:latin typeface="Press Start 2P"/>
              </a:rPr>
              <a:t>©</a:t>
            </a:r>
          </a:p>
        </p:txBody>
      </p:sp>
      <p:grpSp>
        <p:nvGrpSpPr>
          <p:cNvPr id="5880" name="Google Shape;5880;p35"/>
          <p:cNvGrpSpPr/>
          <p:nvPr/>
        </p:nvGrpSpPr>
        <p:grpSpPr>
          <a:xfrm>
            <a:off x="1087603" y="1017919"/>
            <a:ext cx="818581" cy="600289"/>
            <a:chOff x="1087603" y="1017919"/>
            <a:chExt cx="818581" cy="600289"/>
          </a:xfrm>
        </p:grpSpPr>
        <p:grpSp>
          <p:nvGrpSpPr>
            <p:cNvPr id="5881" name="Google Shape;5881;p35"/>
            <p:cNvGrpSpPr/>
            <p:nvPr/>
          </p:nvGrpSpPr>
          <p:grpSpPr>
            <a:xfrm>
              <a:off x="1087603" y="1017919"/>
              <a:ext cx="818581" cy="600289"/>
              <a:chOff x="5179315" y="2820919"/>
              <a:chExt cx="818581" cy="600289"/>
            </a:xfrm>
          </p:grpSpPr>
          <p:sp>
            <p:nvSpPr>
              <p:cNvPr id="5882" name="Google Shape;5882;p35"/>
              <p:cNvSpPr/>
              <p:nvPr/>
            </p:nvSpPr>
            <p:spPr>
              <a:xfrm>
                <a:off x="5561330" y="3366639"/>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35"/>
              <p:cNvSpPr/>
              <p:nvPr/>
            </p:nvSpPr>
            <p:spPr>
              <a:xfrm>
                <a:off x="5834154" y="3312053"/>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35"/>
              <p:cNvSpPr/>
              <p:nvPr/>
            </p:nvSpPr>
            <p:spPr>
              <a:xfrm>
                <a:off x="5615863" y="331205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35"/>
              <p:cNvSpPr/>
              <p:nvPr/>
            </p:nvSpPr>
            <p:spPr>
              <a:xfrm>
                <a:off x="5561330" y="3312053"/>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35"/>
              <p:cNvSpPr/>
              <p:nvPr/>
            </p:nvSpPr>
            <p:spPr>
              <a:xfrm>
                <a:off x="5506744" y="33120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35"/>
              <p:cNvSpPr/>
              <p:nvPr/>
            </p:nvSpPr>
            <p:spPr>
              <a:xfrm>
                <a:off x="5288452" y="331205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35"/>
              <p:cNvSpPr/>
              <p:nvPr/>
            </p:nvSpPr>
            <p:spPr>
              <a:xfrm>
                <a:off x="5779586" y="325746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35"/>
              <p:cNvSpPr/>
              <p:nvPr/>
            </p:nvSpPr>
            <p:spPr>
              <a:xfrm>
                <a:off x="5670449" y="325746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35"/>
              <p:cNvSpPr/>
              <p:nvPr/>
            </p:nvSpPr>
            <p:spPr>
              <a:xfrm>
                <a:off x="5615863" y="3257466"/>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35"/>
              <p:cNvSpPr/>
              <p:nvPr/>
            </p:nvSpPr>
            <p:spPr>
              <a:xfrm>
                <a:off x="5561330" y="3257466"/>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35"/>
              <p:cNvSpPr/>
              <p:nvPr/>
            </p:nvSpPr>
            <p:spPr>
              <a:xfrm>
                <a:off x="5506744" y="325746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35"/>
              <p:cNvSpPr/>
              <p:nvPr/>
            </p:nvSpPr>
            <p:spPr>
              <a:xfrm>
                <a:off x="5452157" y="325746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35"/>
              <p:cNvSpPr/>
              <p:nvPr/>
            </p:nvSpPr>
            <p:spPr>
              <a:xfrm>
                <a:off x="5343038" y="3257466"/>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35"/>
              <p:cNvSpPr/>
              <p:nvPr/>
            </p:nvSpPr>
            <p:spPr>
              <a:xfrm>
                <a:off x="5725036"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35"/>
              <p:cNvSpPr/>
              <p:nvPr/>
            </p:nvSpPr>
            <p:spPr>
              <a:xfrm>
                <a:off x="5670449"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35"/>
              <p:cNvSpPr/>
              <p:nvPr/>
            </p:nvSpPr>
            <p:spPr>
              <a:xfrm>
                <a:off x="5615863" y="320293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35"/>
              <p:cNvSpPr/>
              <p:nvPr/>
            </p:nvSpPr>
            <p:spPr>
              <a:xfrm>
                <a:off x="5561330" y="320293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35"/>
              <p:cNvSpPr/>
              <p:nvPr/>
            </p:nvSpPr>
            <p:spPr>
              <a:xfrm>
                <a:off x="5506744"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35"/>
              <p:cNvSpPr/>
              <p:nvPr/>
            </p:nvSpPr>
            <p:spPr>
              <a:xfrm>
                <a:off x="5452157" y="3202934"/>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35"/>
              <p:cNvSpPr/>
              <p:nvPr/>
            </p:nvSpPr>
            <p:spPr>
              <a:xfrm>
                <a:off x="5397607" y="3202934"/>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35"/>
              <p:cNvSpPr/>
              <p:nvPr/>
            </p:nvSpPr>
            <p:spPr>
              <a:xfrm>
                <a:off x="5725036" y="31483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35"/>
              <p:cNvSpPr/>
              <p:nvPr/>
            </p:nvSpPr>
            <p:spPr>
              <a:xfrm>
                <a:off x="5670449" y="3148347"/>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35"/>
              <p:cNvSpPr/>
              <p:nvPr/>
            </p:nvSpPr>
            <p:spPr>
              <a:xfrm>
                <a:off x="5452157" y="3148347"/>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35"/>
              <p:cNvSpPr/>
              <p:nvPr/>
            </p:nvSpPr>
            <p:spPr>
              <a:xfrm>
                <a:off x="5397607" y="3148347"/>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35"/>
              <p:cNvSpPr/>
              <p:nvPr/>
            </p:nvSpPr>
            <p:spPr>
              <a:xfrm>
                <a:off x="5834154" y="3093761"/>
                <a:ext cx="54568" cy="54605"/>
              </a:xfrm>
              <a:custGeom>
                <a:rect b="b" l="l" r="r" t="t"/>
                <a:pathLst>
                  <a:path extrusionOk="0" h="3021" w="3019">
                    <a:moveTo>
                      <a:pt x="1" y="1"/>
                    </a:moveTo>
                    <a:lnTo>
                      <a:pt x="1" y="3020"/>
                    </a:lnTo>
                    <a:lnTo>
                      <a:pt x="3019" y="3020"/>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35"/>
              <p:cNvSpPr/>
              <p:nvPr/>
            </p:nvSpPr>
            <p:spPr>
              <a:xfrm>
                <a:off x="5779586"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35"/>
              <p:cNvSpPr/>
              <p:nvPr/>
            </p:nvSpPr>
            <p:spPr>
              <a:xfrm>
                <a:off x="5725036"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35"/>
              <p:cNvSpPr/>
              <p:nvPr/>
            </p:nvSpPr>
            <p:spPr>
              <a:xfrm>
                <a:off x="5670449" y="309376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35"/>
              <p:cNvSpPr/>
              <p:nvPr/>
            </p:nvSpPr>
            <p:spPr>
              <a:xfrm>
                <a:off x="5561330" y="3093761"/>
                <a:ext cx="54550" cy="54605"/>
              </a:xfrm>
              <a:custGeom>
                <a:rect b="b" l="l" r="r" t="t"/>
                <a:pathLst>
                  <a:path extrusionOk="0" h="3021" w="3018">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35"/>
              <p:cNvSpPr/>
              <p:nvPr/>
            </p:nvSpPr>
            <p:spPr>
              <a:xfrm>
                <a:off x="5452157"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35"/>
              <p:cNvSpPr/>
              <p:nvPr/>
            </p:nvSpPr>
            <p:spPr>
              <a:xfrm>
                <a:off x="5397607" y="309376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35"/>
              <p:cNvSpPr/>
              <p:nvPr/>
            </p:nvSpPr>
            <p:spPr>
              <a:xfrm>
                <a:off x="5343038" y="309376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35"/>
              <p:cNvSpPr/>
              <p:nvPr/>
            </p:nvSpPr>
            <p:spPr>
              <a:xfrm>
                <a:off x="5288452" y="309376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35"/>
              <p:cNvSpPr/>
              <p:nvPr/>
            </p:nvSpPr>
            <p:spPr>
              <a:xfrm>
                <a:off x="5834154" y="3039228"/>
                <a:ext cx="54568" cy="54550"/>
              </a:xfrm>
              <a:custGeom>
                <a:rect b="b" l="l" r="r" t="t"/>
                <a:pathLst>
                  <a:path extrusionOk="0" h="3018" w="3019">
                    <a:moveTo>
                      <a:pt x="1" y="0"/>
                    </a:moveTo>
                    <a:lnTo>
                      <a:pt x="1" y="3018"/>
                    </a:lnTo>
                    <a:lnTo>
                      <a:pt x="3019" y="3018"/>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35"/>
              <p:cNvSpPr/>
              <p:nvPr/>
            </p:nvSpPr>
            <p:spPr>
              <a:xfrm>
                <a:off x="5779586" y="3041000"/>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35"/>
              <p:cNvSpPr/>
              <p:nvPr/>
            </p:nvSpPr>
            <p:spPr>
              <a:xfrm>
                <a:off x="5725036" y="304100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35"/>
              <p:cNvSpPr/>
              <p:nvPr/>
            </p:nvSpPr>
            <p:spPr>
              <a:xfrm>
                <a:off x="5670449" y="304100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35"/>
              <p:cNvSpPr/>
              <p:nvPr/>
            </p:nvSpPr>
            <p:spPr>
              <a:xfrm>
                <a:off x="5615863" y="3041000"/>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35"/>
              <p:cNvSpPr/>
              <p:nvPr/>
            </p:nvSpPr>
            <p:spPr>
              <a:xfrm>
                <a:off x="5561330" y="3041000"/>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35"/>
              <p:cNvSpPr/>
              <p:nvPr/>
            </p:nvSpPr>
            <p:spPr>
              <a:xfrm>
                <a:off x="5506744" y="304100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35"/>
              <p:cNvSpPr/>
              <p:nvPr/>
            </p:nvSpPr>
            <p:spPr>
              <a:xfrm>
                <a:off x="5452157" y="304100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35"/>
              <p:cNvSpPr/>
              <p:nvPr/>
            </p:nvSpPr>
            <p:spPr>
              <a:xfrm>
                <a:off x="5397607" y="3041000"/>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35"/>
              <p:cNvSpPr/>
              <p:nvPr/>
            </p:nvSpPr>
            <p:spPr>
              <a:xfrm>
                <a:off x="5343038" y="3041000"/>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35"/>
              <p:cNvSpPr/>
              <p:nvPr/>
            </p:nvSpPr>
            <p:spPr>
              <a:xfrm>
                <a:off x="5288452" y="3041000"/>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35"/>
              <p:cNvSpPr/>
              <p:nvPr/>
            </p:nvSpPr>
            <p:spPr>
              <a:xfrm>
                <a:off x="5943291"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35"/>
              <p:cNvSpPr/>
              <p:nvPr/>
            </p:nvSpPr>
            <p:spPr>
              <a:xfrm>
                <a:off x="5888705" y="2984642"/>
                <a:ext cx="54605" cy="54587"/>
              </a:xfrm>
              <a:custGeom>
                <a:rect b="b" l="l" r="r" t="t"/>
                <a:pathLst>
                  <a:path extrusionOk="0" h="3020"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35"/>
              <p:cNvSpPr/>
              <p:nvPr/>
            </p:nvSpPr>
            <p:spPr>
              <a:xfrm>
                <a:off x="5834154" y="2984642"/>
                <a:ext cx="54568" cy="54587"/>
              </a:xfrm>
              <a:custGeom>
                <a:rect b="b" l="l" r="r" t="t"/>
                <a:pathLst>
                  <a:path extrusionOk="0" h="3020"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35"/>
              <p:cNvSpPr/>
              <p:nvPr/>
            </p:nvSpPr>
            <p:spPr>
              <a:xfrm>
                <a:off x="5779586"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35"/>
              <p:cNvSpPr/>
              <p:nvPr/>
            </p:nvSpPr>
            <p:spPr>
              <a:xfrm>
                <a:off x="5725036"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35"/>
              <p:cNvSpPr/>
              <p:nvPr/>
            </p:nvSpPr>
            <p:spPr>
              <a:xfrm>
                <a:off x="5615863"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35"/>
              <p:cNvSpPr/>
              <p:nvPr/>
            </p:nvSpPr>
            <p:spPr>
              <a:xfrm>
                <a:off x="5561330" y="2984642"/>
                <a:ext cx="54550" cy="54587"/>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35"/>
              <p:cNvSpPr/>
              <p:nvPr/>
            </p:nvSpPr>
            <p:spPr>
              <a:xfrm>
                <a:off x="5397607"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35"/>
              <p:cNvSpPr/>
              <p:nvPr/>
            </p:nvSpPr>
            <p:spPr>
              <a:xfrm>
                <a:off x="5343038" y="2984642"/>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35"/>
              <p:cNvSpPr/>
              <p:nvPr/>
            </p:nvSpPr>
            <p:spPr>
              <a:xfrm>
                <a:off x="5288452" y="2984642"/>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35"/>
              <p:cNvSpPr/>
              <p:nvPr/>
            </p:nvSpPr>
            <p:spPr>
              <a:xfrm>
                <a:off x="5233902" y="2984642"/>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7" name="Google Shape;5937;p35"/>
              <p:cNvSpPr/>
              <p:nvPr/>
            </p:nvSpPr>
            <p:spPr>
              <a:xfrm>
                <a:off x="5179315" y="2984642"/>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8" name="Google Shape;5938;p35"/>
              <p:cNvSpPr/>
              <p:nvPr/>
            </p:nvSpPr>
            <p:spPr>
              <a:xfrm>
                <a:off x="5943291"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35"/>
              <p:cNvSpPr/>
              <p:nvPr/>
            </p:nvSpPr>
            <p:spPr>
              <a:xfrm>
                <a:off x="5888705" y="2930055"/>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35"/>
              <p:cNvSpPr/>
              <p:nvPr/>
            </p:nvSpPr>
            <p:spPr>
              <a:xfrm>
                <a:off x="5834154" y="2930055"/>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35"/>
              <p:cNvSpPr/>
              <p:nvPr/>
            </p:nvSpPr>
            <p:spPr>
              <a:xfrm>
                <a:off x="5725036"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35"/>
              <p:cNvSpPr/>
              <p:nvPr/>
            </p:nvSpPr>
            <p:spPr>
              <a:xfrm>
                <a:off x="5615863"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35"/>
              <p:cNvSpPr/>
              <p:nvPr/>
            </p:nvSpPr>
            <p:spPr>
              <a:xfrm>
                <a:off x="5561330" y="2930055"/>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35"/>
              <p:cNvSpPr/>
              <p:nvPr/>
            </p:nvSpPr>
            <p:spPr>
              <a:xfrm>
                <a:off x="5397607"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35"/>
              <p:cNvSpPr/>
              <p:nvPr/>
            </p:nvSpPr>
            <p:spPr>
              <a:xfrm>
                <a:off x="5288452" y="293005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35"/>
              <p:cNvSpPr/>
              <p:nvPr/>
            </p:nvSpPr>
            <p:spPr>
              <a:xfrm>
                <a:off x="5233902" y="293005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7" name="Google Shape;5947;p35"/>
              <p:cNvSpPr/>
              <p:nvPr/>
            </p:nvSpPr>
            <p:spPr>
              <a:xfrm>
                <a:off x="5179315" y="293005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35"/>
              <p:cNvSpPr/>
              <p:nvPr/>
            </p:nvSpPr>
            <p:spPr>
              <a:xfrm>
                <a:off x="5888705" y="2875505"/>
                <a:ext cx="54605" cy="54568"/>
              </a:xfrm>
              <a:custGeom>
                <a:rect b="b" l="l" r="r" t="t"/>
                <a:pathLst>
                  <a:path extrusionOk="0" h="3019" w="3021">
                    <a:moveTo>
                      <a:pt x="1" y="1"/>
                    </a:moveTo>
                    <a:lnTo>
                      <a:pt x="1"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35"/>
              <p:cNvSpPr/>
              <p:nvPr/>
            </p:nvSpPr>
            <p:spPr>
              <a:xfrm>
                <a:off x="5725036"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35"/>
              <p:cNvSpPr/>
              <p:nvPr/>
            </p:nvSpPr>
            <p:spPr>
              <a:xfrm>
                <a:off x="5670449"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35"/>
              <p:cNvSpPr/>
              <p:nvPr/>
            </p:nvSpPr>
            <p:spPr>
              <a:xfrm>
                <a:off x="5615863" y="2875505"/>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35"/>
              <p:cNvSpPr/>
              <p:nvPr/>
            </p:nvSpPr>
            <p:spPr>
              <a:xfrm>
                <a:off x="5561330" y="2875505"/>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35"/>
              <p:cNvSpPr/>
              <p:nvPr/>
            </p:nvSpPr>
            <p:spPr>
              <a:xfrm>
                <a:off x="5506744"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35"/>
              <p:cNvSpPr/>
              <p:nvPr/>
            </p:nvSpPr>
            <p:spPr>
              <a:xfrm>
                <a:off x="5452157" y="2875505"/>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35"/>
              <p:cNvSpPr/>
              <p:nvPr/>
            </p:nvSpPr>
            <p:spPr>
              <a:xfrm>
                <a:off x="5397607"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35"/>
              <p:cNvSpPr/>
              <p:nvPr/>
            </p:nvSpPr>
            <p:spPr>
              <a:xfrm>
                <a:off x="5233902" y="2875505"/>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35"/>
              <p:cNvSpPr/>
              <p:nvPr/>
            </p:nvSpPr>
            <p:spPr>
              <a:xfrm>
                <a:off x="5779586" y="282091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35"/>
              <p:cNvSpPr/>
              <p:nvPr/>
            </p:nvSpPr>
            <p:spPr>
              <a:xfrm>
                <a:off x="5725036"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35"/>
              <p:cNvSpPr/>
              <p:nvPr/>
            </p:nvSpPr>
            <p:spPr>
              <a:xfrm>
                <a:off x="5670449" y="282091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35"/>
              <p:cNvSpPr/>
              <p:nvPr/>
            </p:nvSpPr>
            <p:spPr>
              <a:xfrm>
                <a:off x="5452157" y="282091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35"/>
              <p:cNvSpPr/>
              <p:nvPr/>
            </p:nvSpPr>
            <p:spPr>
              <a:xfrm>
                <a:off x="5397607" y="282091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35"/>
              <p:cNvSpPr/>
              <p:nvPr/>
            </p:nvSpPr>
            <p:spPr>
              <a:xfrm>
                <a:off x="5343038" y="2820919"/>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3" name="Google Shape;5963;p35"/>
            <p:cNvSpPr/>
            <p:nvPr/>
          </p:nvSpPr>
          <p:spPr>
            <a:xfrm>
              <a:off x="1348975" y="1114425"/>
              <a:ext cx="298800" cy="31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4" name="Google Shape;5964;p35"/>
            <p:cNvGrpSpPr/>
            <p:nvPr/>
          </p:nvGrpSpPr>
          <p:grpSpPr>
            <a:xfrm>
              <a:off x="1087603" y="1017919"/>
              <a:ext cx="818581" cy="600289"/>
              <a:chOff x="5179315" y="2820919"/>
              <a:chExt cx="818581" cy="600289"/>
            </a:xfrm>
          </p:grpSpPr>
          <p:sp>
            <p:nvSpPr>
              <p:cNvPr id="5965" name="Google Shape;5965;p35"/>
              <p:cNvSpPr/>
              <p:nvPr/>
            </p:nvSpPr>
            <p:spPr>
              <a:xfrm>
                <a:off x="5561330" y="3366639"/>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35"/>
              <p:cNvSpPr/>
              <p:nvPr/>
            </p:nvSpPr>
            <p:spPr>
              <a:xfrm>
                <a:off x="5834154" y="3312053"/>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35"/>
              <p:cNvSpPr/>
              <p:nvPr/>
            </p:nvSpPr>
            <p:spPr>
              <a:xfrm>
                <a:off x="5615863" y="331205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35"/>
              <p:cNvSpPr/>
              <p:nvPr/>
            </p:nvSpPr>
            <p:spPr>
              <a:xfrm>
                <a:off x="5561330" y="3312053"/>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35"/>
              <p:cNvSpPr/>
              <p:nvPr/>
            </p:nvSpPr>
            <p:spPr>
              <a:xfrm>
                <a:off x="5506744"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0" name="Google Shape;5970;p35"/>
              <p:cNvSpPr/>
              <p:nvPr/>
            </p:nvSpPr>
            <p:spPr>
              <a:xfrm>
                <a:off x="5288452" y="331205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35"/>
              <p:cNvSpPr/>
              <p:nvPr/>
            </p:nvSpPr>
            <p:spPr>
              <a:xfrm>
                <a:off x="5779586"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35"/>
              <p:cNvSpPr/>
              <p:nvPr/>
            </p:nvSpPr>
            <p:spPr>
              <a:xfrm>
                <a:off x="5670449" y="3257466"/>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35"/>
              <p:cNvSpPr/>
              <p:nvPr/>
            </p:nvSpPr>
            <p:spPr>
              <a:xfrm>
                <a:off x="5615863" y="3257466"/>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35"/>
              <p:cNvSpPr/>
              <p:nvPr/>
            </p:nvSpPr>
            <p:spPr>
              <a:xfrm>
                <a:off x="5561330" y="3257466"/>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5" name="Google Shape;5975;p35"/>
              <p:cNvSpPr/>
              <p:nvPr/>
            </p:nvSpPr>
            <p:spPr>
              <a:xfrm>
                <a:off x="5506744" y="3257466"/>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35"/>
              <p:cNvSpPr/>
              <p:nvPr/>
            </p:nvSpPr>
            <p:spPr>
              <a:xfrm>
                <a:off x="5452157" y="325746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35"/>
              <p:cNvSpPr/>
              <p:nvPr/>
            </p:nvSpPr>
            <p:spPr>
              <a:xfrm>
                <a:off x="5343038" y="3257466"/>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35"/>
              <p:cNvSpPr/>
              <p:nvPr/>
            </p:nvSpPr>
            <p:spPr>
              <a:xfrm>
                <a:off x="5725036"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35"/>
              <p:cNvSpPr/>
              <p:nvPr/>
            </p:nvSpPr>
            <p:spPr>
              <a:xfrm>
                <a:off x="5670449"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35"/>
              <p:cNvSpPr/>
              <p:nvPr/>
            </p:nvSpPr>
            <p:spPr>
              <a:xfrm>
                <a:off x="5615863" y="3202934"/>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35"/>
              <p:cNvSpPr/>
              <p:nvPr/>
            </p:nvSpPr>
            <p:spPr>
              <a:xfrm>
                <a:off x="5561330" y="3202934"/>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35"/>
              <p:cNvSpPr/>
              <p:nvPr/>
            </p:nvSpPr>
            <p:spPr>
              <a:xfrm>
                <a:off x="5506744"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35"/>
              <p:cNvSpPr/>
              <p:nvPr/>
            </p:nvSpPr>
            <p:spPr>
              <a:xfrm>
                <a:off x="5452157" y="3202934"/>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35"/>
              <p:cNvSpPr/>
              <p:nvPr/>
            </p:nvSpPr>
            <p:spPr>
              <a:xfrm>
                <a:off x="5397607" y="3202934"/>
                <a:ext cx="54568" cy="54550"/>
              </a:xfrm>
              <a:custGeom>
                <a:rect b="b" l="l" r="r" t="t"/>
                <a:pathLst>
                  <a:path extrusionOk="0" h="3018" w="3019">
                    <a:moveTo>
                      <a:pt x="1" y="0"/>
                    </a:moveTo>
                    <a:lnTo>
                      <a:pt x="1"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35"/>
              <p:cNvSpPr/>
              <p:nvPr/>
            </p:nvSpPr>
            <p:spPr>
              <a:xfrm>
                <a:off x="5725036"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35"/>
              <p:cNvSpPr/>
              <p:nvPr/>
            </p:nvSpPr>
            <p:spPr>
              <a:xfrm>
                <a:off x="5670449" y="3148347"/>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35"/>
              <p:cNvSpPr/>
              <p:nvPr/>
            </p:nvSpPr>
            <p:spPr>
              <a:xfrm>
                <a:off x="5452157" y="3148347"/>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35"/>
              <p:cNvSpPr/>
              <p:nvPr/>
            </p:nvSpPr>
            <p:spPr>
              <a:xfrm>
                <a:off x="5397607" y="3148347"/>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35"/>
              <p:cNvSpPr/>
              <p:nvPr/>
            </p:nvSpPr>
            <p:spPr>
              <a:xfrm>
                <a:off x="5834154" y="3093761"/>
                <a:ext cx="54568" cy="54605"/>
              </a:xfrm>
              <a:custGeom>
                <a:rect b="b" l="l" r="r" t="t"/>
                <a:pathLst>
                  <a:path extrusionOk="0" h="3021" w="3019">
                    <a:moveTo>
                      <a:pt x="1" y="1"/>
                    </a:moveTo>
                    <a:lnTo>
                      <a:pt x="1" y="3020"/>
                    </a:lnTo>
                    <a:lnTo>
                      <a:pt x="3019" y="3020"/>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35"/>
              <p:cNvSpPr/>
              <p:nvPr/>
            </p:nvSpPr>
            <p:spPr>
              <a:xfrm>
                <a:off x="5779586"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35"/>
              <p:cNvSpPr/>
              <p:nvPr/>
            </p:nvSpPr>
            <p:spPr>
              <a:xfrm>
                <a:off x="5725036"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35"/>
              <p:cNvSpPr/>
              <p:nvPr/>
            </p:nvSpPr>
            <p:spPr>
              <a:xfrm>
                <a:off x="5670449" y="309376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35"/>
              <p:cNvSpPr/>
              <p:nvPr/>
            </p:nvSpPr>
            <p:spPr>
              <a:xfrm>
                <a:off x="5561330" y="3093761"/>
                <a:ext cx="54550" cy="54605"/>
              </a:xfrm>
              <a:custGeom>
                <a:rect b="b" l="l" r="r" t="t"/>
                <a:pathLst>
                  <a:path extrusionOk="0" h="3021" w="3018">
                    <a:moveTo>
                      <a:pt x="0" y="1"/>
                    </a:moveTo>
                    <a:lnTo>
                      <a:pt x="0"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35"/>
              <p:cNvSpPr/>
              <p:nvPr/>
            </p:nvSpPr>
            <p:spPr>
              <a:xfrm>
                <a:off x="5452157"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35"/>
              <p:cNvSpPr/>
              <p:nvPr/>
            </p:nvSpPr>
            <p:spPr>
              <a:xfrm>
                <a:off x="5397607" y="3093761"/>
                <a:ext cx="54568" cy="54605"/>
              </a:xfrm>
              <a:custGeom>
                <a:rect b="b" l="l" r="r" t="t"/>
                <a:pathLst>
                  <a:path extrusionOk="0" h="3021" w="3019">
                    <a:moveTo>
                      <a:pt x="1" y="1"/>
                    </a:moveTo>
                    <a:lnTo>
                      <a:pt x="1" y="3020"/>
                    </a:lnTo>
                    <a:lnTo>
                      <a:pt x="3018" y="3020"/>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6" name="Google Shape;5996;p35"/>
              <p:cNvSpPr/>
              <p:nvPr/>
            </p:nvSpPr>
            <p:spPr>
              <a:xfrm>
                <a:off x="5343038" y="3093761"/>
                <a:ext cx="54586" cy="54605"/>
              </a:xfrm>
              <a:custGeom>
                <a:rect b="b" l="l" r="r" t="t"/>
                <a:pathLst>
                  <a:path extrusionOk="0" h="3021" w="3020">
                    <a:moveTo>
                      <a:pt x="0" y="1"/>
                    </a:moveTo>
                    <a:lnTo>
                      <a:pt x="0" y="3020"/>
                    </a:lnTo>
                    <a:lnTo>
                      <a:pt x="3020" y="3020"/>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35"/>
              <p:cNvSpPr/>
              <p:nvPr/>
            </p:nvSpPr>
            <p:spPr>
              <a:xfrm>
                <a:off x="5288452" y="309376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35"/>
              <p:cNvSpPr/>
              <p:nvPr/>
            </p:nvSpPr>
            <p:spPr>
              <a:xfrm>
                <a:off x="5834154" y="3039228"/>
                <a:ext cx="54568" cy="54550"/>
              </a:xfrm>
              <a:custGeom>
                <a:rect b="b" l="l" r="r" t="t"/>
                <a:pathLst>
                  <a:path extrusionOk="0" h="3018" w="3019">
                    <a:moveTo>
                      <a:pt x="1" y="0"/>
                    </a:moveTo>
                    <a:lnTo>
                      <a:pt x="1" y="3018"/>
                    </a:lnTo>
                    <a:lnTo>
                      <a:pt x="3019" y="3018"/>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35"/>
              <p:cNvSpPr/>
              <p:nvPr/>
            </p:nvSpPr>
            <p:spPr>
              <a:xfrm>
                <a:off x="5779586"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35"/>
              <p:cNvSpPr/>
              <p:nvPr/>
            </p:nvSpPr>
            <p:spPr>
              <a:xfrm>
                <a:off x="5725036"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35"/>
              <p:cNvSpPr/>
              <p:nvPr/>
            </p:nvSpPr>
            <p:spPr>
              <a:xfrm>
                <a:off x="5670449"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35"/>
              <p:cNvSpPr/>
              <p:nvPr/>
            </p:nvSpPr>
            <p:spPr>
              <a:xfrm>
                <a:off x="5615863" y="3041000"/>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35"/>
              <p:cNvSpPr/>
              <p:nvPr/>
            </p:nvSpPr>
            <p:spPr>
              <a:xfrm>
                <a:off x="5561330" y="3041000"/>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35"/>
              <p:cNvSpPr/>
              <p:nvPr/>
            </p:nvSpPr>
            <p:spPr>
              <a:xfrm>
                <a:off x="5506744"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35"/>
              <p:cNvSpPr/>
              <p:nvPr/>
            </p:nvSpPr>
            <p:spPr>
              <a:xfrm>
                <a:off x="5452157" y="3041000"/>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35"/>
              <p:cNvSpPr/>
              <p:nvPr/>
            </p:nvSpPr>
            <p:spPr>
              <a:xfrm>
                <a:off x="5397607" y="3041000"/>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35"/>
              <p:cNvSpPr/>
              <p:nvPr/>
            </p:nvSpPr>
            <p:spPr>
              <a:xfrm>
                <a:off x="5343038" y="3041000"/>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35"/>
              <p:cNvSpPr/>
              <p:nvPr/>
            </p:nvSpPr>
            <p:spPr>
              <a:xfrm>
                <a:off x="5288452" y="3041000"/>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35"/>
              <p:cNvSpPr/>
              <p:nvPr/>
            </p:nvSpPr>
            <p:spPr>
              <a:xfrm>
                <a:off x="5943291"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35"/>
              <p:cNvSpPr/>
              <p:nvPr/>
            </p:nvSpPr>
            <p:spPr>
              <a:xfrm>
                <a:off x="5888705" y="2984642"/>
                <a:ext cx="54605" cy="54587"/>
              </a:xfrm>
              <a:custGeom>
                <a:rect b="b" l="l" r="r" t="t"/>
                <a:pathLst>
                  <a:path extrusionOk="0" h="3020"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35"/>
              <p:cNvSpPr/>
              <p:nvPr/>
            </p:nvSpPr>
            <p:spPr>
              <a:xfrm>
                <a:off x="5834154" y="2984642"/>
                <a:ext cx="54568" cy="54587"/>
              </a:xfrm>
              <a:custGeom>
                <a:rect b="b" l="l" r="r" t="t"/>
                <a:pathLst>
                  <a:path extrusionOk="0" h="3020"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35"/>
              <p:cNvSpPr/>
              <p:nvPr/>
            </p:nvSpPr>
            <p:spPr>
              <a:xfrm>
                <a:off x="5779586"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35"/>
              <p:cNvSpPr/>
              <p:nvPr/>
            </p:nvSpPr>
            <p:spPr>
              <a:xfrm>
                <a:off x="5725036"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35"/>
              <p:cNvSpPr/>
              <p:nvPr/>
            </p:nvSpPr>
            <p:spPr>
              <a:xfrm>
                <a:off x="5615863" y="2984642"/>
                <a:ext cx="54605" cy="54587"/>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35"/>
              <p:cNvSpPr/>
              <p:nvPr/>
            </p:nvSpPr>
            <p:spPr>
              <a:xfrm>
                <a:off x="5561330" y="2984642"/>
                <a:ext cx="54550" cy="54587"/>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35"/>
              <p:cNvSpPr/>
              <p:nvPr/>
            </p:nvSpPr>
            <p:spPr>
              <a:xfrm>
                <a:off x="5397607" y="2984642"/>
                <a:ext cx="54568" cy="54587"/>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35"/>
              <p:cNvSpPr/>
              <p:nvPr/>
            </p:nvSpPr>
            <p:spPr>
              <a:xfrm>
                <a:off x="5343038" y="2984642"/>
                <a:ext cx="54586" cy="54587"/>
              </a:xfrm>
              <a:custGeom>
                <a:rect b="b" l="l" r="r" t="t"/>
                <a:pathLst>
                  <a:path extrusionOk="0" h="3020"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35"/>
              <p:cNvSpPr/>
              <p:nvPr/>
            </p:nvSpPr>
            <p:spPr>
              <a:xfrm>
                <a:off x="5288452" y="2984642"/>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9" name="Google Shape;6019;p35"/>
              <p:cNvSpPr/>
              <p:nvPr/>
            </p:nvSpPr>
            <p:spPr>
              <a:xfrm>
                <a:off x="5233902" y="2984642"/>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35"/>
              <p:cNvSpPr/>
              <p:nvPr/>
            </p:nvSpPr>
            <p:spPr>
              <a:xfrm>
                <a:off x="5179315" y="2984642"/>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35"/>
              <p:cNvSpPr/>
              <p:nvPr/>
            </p:nvSpPr>
            <p:spPr>
              <a:xfrm>
                <a:off x="5943291"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35"/>
              <p:cNvSpPr/>
              <p:nvPr/>
            </p:nvSpPr>
            <p:spPr>
              <a:xfrm>
                <a:off x="5888705" y="2930055"/>
                <a:ext cx="54605" cy="54605"/>
              </a:xfrm>
              <a:custGeom>
                <a:rect b="b" l="l" r="r" t="t"/>
                <a:pathLst>
                  <a:path extrusionOk="0" h="3021" w="3021">
                    <a:moveTo>
                      <a:pt x="1" y="0"/>
                    </a:moveTo>
                    <a:lnTo>
                      <a:pt x="1"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3" name="Google Shape;6023;p35"/>
              <p:cNvSpPr/>
              <p:nvPr/>
            </p:nvSpPr>
            <p:spPr>
              <a:xfrm>
                <a:off x="5834154" y="2930055"/>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4" name="Google Shape;6024;p35"/>
              <p:cNvSpPr/>
              <p:nvPr/>
            </p:nvSpPr>
            <p:spPr>
              <a:xfrm>
                <a:off x="5725036"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35"/>
              <p:cNvSpPr/>
              <p:nvPr/>
            </p:nvSpPr>
            <p:spPr>
              <a:xfrm>
                <a:off x="5615863" y="293005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35"/>
              <p:cNvSpPr/>
              <p:nvPr/>
            </p:nvSpPr>
            <p:spPr>
              <a:xfrm>
                <a:off x="5561330" y="293005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35"/>
              <p:cNvSpPr/>
              <p:nvPr/>
            </p:nvSpPr>
            <p:spPr>
              <a:xfrm>
                <a:off x="5397607" y="293005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35"/>
              <p:cNvSpPr/>
              <p:nvPr/>
            </p:nvSpPr>
            <p:spPr>
              <a:xfrm>
                <a:off x="5288452" y="2930055"/>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35"/>
              <p:cNvSpPr/>
              <p:nvPr/>
            </p:nvSpPr>
            <p:spPr>
              <a:xfrm>
                <a:off x="5233902" y="2930055"/>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35"/>
              <p:cNvSpPr/>
              <p:nvPr/>
            </p:nvSpPr>
            <p:spPr>
              <a:xfrm>
                <a:off x="5179315" y="2930055"/>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1" name="Google Shape;6031;p35"/>
              <p:cNvSpPr/>
              <p:nvPr/>
            </p:nvSpPr>
            <p:spPr>
              <a:xfrm>
                <a:off x="5888705" y="2875505"/>
                <a:ext cx="54605" cy="54568"/>
              </a:xfrm>
              <a:custGeom>
                <a:rect b="b" l="l" r="r" t="t"/>
                <a:pathLst>
                  <a:path extrusionOk="0" h="3019" w="3021">
                    <a:moveTo>
                      <a:pt x="1" y="1"/>
                    </a:moveTo>
                    <a:lnTo>
                      <a:pt x="1"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35"/>
              <p:cNvSpPr/>
              <p:nvPr/>
            </p:nvSpPr>
            <p:spPr>
              <a:xfrm>
                <a:off x="5725036"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35"/>
              <p:cNvSpPr/>
              <p:nvPr/>
            </p:nvSpPr>
            <p:spPr>
              <a:xfrm>
                <a:off x="5670449"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35"/>
              <p:cNvSpPr/>
              <p:nvPr/>
            </p:nvSpPr>
            <p:spPr>
              <a:xfrm>
                <a:off x="5615863" y="2875505"/>
                <a:ext cx="54605" cy="54568"/>
              </a:xfrm>
              <a:custGeom>
                <a:rect b="b" l="l" r="r" t="t"/>
                <a:pathLst>
                  <a:path extrusionOk="0" h="3019" w="3021">
                    <a:moveTo>
                      <a:pt x="1" y="1"/>
                    </a:moveTo>
                    <a:lnTo>
                      <a:pt x="1" y="3018"/>
                    </a:lnTo>
                    <a:lnTo>
                      <a:pt x="3021" y="3018"/>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35"/>
              <p:cNvSpPr/>
              <p:nvPr/>
            </p:nvSpPr>
            <p:spPr>
              <a:xfrm>
                <a:off x="5561330" y="2875505"/>
                <a:ext cx="54550" cy="54568"/>
              </a:xfrm>
              <a:custGeom>
                <a:rect b="b" l="l" r="r" t="t"/>
                <a:pathLst>
                  <a:path extrusionOk="0" h="3019" w="3018">
                    <a:moveTo>
                      <a:pt x="0" y="1"/>
                    </a:moveTo>
                    <a:lnTo>
                      <a:pt x="0"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35"/>
              <p:cNvSpPr/>
              <p:nvPr/>
            </p:nvSpPr>
            <p:spPr>
              <a:xfrm>
                <a:off x="5506744"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35"/>
              <p:cNvSpPr/>
              <p:nvPr/>
            </p:nvSpPr>
            <p:spPr>
              <a:xfrm>
                <a:off x="5452157" y="2875505"/>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35"/>
              <p:cNvSpPr/>
              <p:nvPr/>
            </p:nvSpPr>
            <p:spPr>
              <a:xfrm>
                <a:off x="5397607" y="2875505"/>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35"/>
              <p:cNvSpPr/>
              <p:nvPr/>
            </p:nvSpPr>
            <p:spPr>
              <a:xfrm>
                <a:off x="5233902" y="2875505"/>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35"/>
              <p:cNvSpPr/>
              <p:nvPr/>
            </p:nvSpPr>
            <p:spPr>
              <a:xfrm>
                <a:off x="5779586"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35"/>
              <p:cNvSpPr/>
              <p:nvPr/>
            </p:nvSpPr>
            <p:spPr>
              <a:xfrm>
                <a:off x="5725036"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35"/>
              <p:cNvSpPr/>
              <p:nvPr/>
            </p:nvSpPr>
            <p:spPr>
              <a:xfrm>
                <a:off x="5670449" y="2820919"/>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35"/>
              <p:cNvSpPr/>
              <p:nvPr/>
            </p:nvSpPr>
            <p:spPr>
              <a:xfrm>
                <a:off x="5452157" y="2820919"/>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35"/>
              <p:cNvSpPr/>
              <p:nvPr/>
            </p:nvSpPr>
            <p:spPr>
              <a:xfrm>
                <a:off x="5397607" y="2820919"/>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35"/>
              <p:cNvSpPr/>
              <p:nvPr/>
            </p:nvSpPr>
            <p:spPr>
              <a:xfrm>
                <a:off x="5343038" y="2820919"/>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46" name="Google Shape;6046;p35"/>
          <p:cNvGrpSpPr/>
          <p:nvPr/>
        </p:nvGrpSpPr>
        <p:grpSpPr>
          <a:xfrm>
            <a:off x="5618507" y="3136353"/>
            <a:ext cx="654821" cy="763994"/>
            <a:chOff x="5618507" y="3136353"/>
            <a:chExt cx="654821" cy="763994"/>
          </a:xfrm>
        </p:grpSpPr>
        <p:grpSp>
          <p:nvGrpSpPr>
            <p:cNvPr id="6047" name="Google Shape;6047;p35"/>
            <p:cNvGrpSpPr/>
            <p:nvPr/>
          </p:nvGrpSpPr>
          <p:grpSpPr>
            <a:xfrm>
              <a:off x="5618507" y="3136353"/>
              <a:ext cx="654821" cy="763994"/>
              <a:chOff x="5261195" y="1667716"/>
              <a:chExt cx="654821" cy="763994"/>
            </a:xfrm>
          </p:grpSpPr>
          <p:sp>
            <p:nvSpPr>
              <p:cNvPr id="6048" name="Google Shape;6048;p35"/>
              <p:cNvSpPr/>
              <p:nvPr/>
            </p:nvSpPr>
            <p:spPr>
              <a:xfrm>
                <a:off x="5752293" y="2377141"/>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35"/>
              <p:cNvSpPr/>
              <p:nvPr/>
            </p:nvSpPr>
            <p:spPr>
              <a:xfrm>
                <a:off x="5697742" y="237714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35"/>
              <p:cNvSpPr/>
              <p:nvPr/>
            </p:nvSpPr>
            <p:spPr>
              <a:xfrm>
                <a:off x="5643156" y="2377141"/>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35"/>
              <p:cNvSpPr/>
              <p:nvPr/>
            </p:nvSpPr>
            <p:spPr>
              <a:xfrm>
                <a:off x="5424900" y="2377141"/>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35"/>
              <p:cNvSpPr/>
              <p:nvPr/>
            </p:nvSpPr>
            <p:spPr>
              <a:xfrm>
                <a:off x="5370314" y="2377141"/>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35"/>
              <p:cNvSpPr/>
              <p:nvPr/>
            </p:nvSpPr>
            <p:spPr>
              <a:xfrm>
                <a:off x="5315745" y="2377141"/>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35"/>
              <p:cNvSpPr/>
              <p:nvPr/>
            </p:nvSpPr>
            <p:spPr>
              <a:xfrm>
                <a:off x="5752293" y="2322573"/>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35"/>
              <p:cNvSpPr/>
              <p:nvPr/>
            </p:nvSpPr>
            <p:spPr>
              <a:xfrm>
                <a:off x="5643156" y="2322573"/>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35"/>
              <p:cNvSpPr/>
              <p:nvPr/>
            </p:nvSpPr>
            <p:spPr>
              <a:xfrm>
                <a:off x="5424900" y="2322573"/>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35"/>
              <p:cNvSpPr/>
              <p:nvPr/>
            </p:nvSpPr>
            <p:spPr>
              <a:xfrm>
                <a:off x="5315745" y="2322573"/>
                <a:ext cx="54586" cy="54587"/>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35"/>
              <p:cNvSpPr/>
              <p:nvPr/>
            </p:nvSpPr>
            <p:spPr>
              <a:xfrm>
                <a:off x="5643156" y="2267986"/>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35"/>
              <p:cNvSpPr/>
              <p:nvPr/>
            </p:nvSpPr>
            <p:spPr>
              <a:xfrm>
                <a:off x="5424900" y="2267986"/>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35"/>
              <p:cNvSpPr/>
              <p:nvPr/>
            </p:nvSpPr>
            <p:spPr>
              <a:xfrm>
                <a:off x="5861448"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35"/>
              <p:cNvSpPr/>
              <p:nvPr/>
            </p:nvSpPr>
            <p:spPr>
              <a:xfrm>
                <a:off x="5806879" y="221343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35"/>
              <p:cNvSpPr/>
              <p:nvPr/>
            </p:nvSpPr>
            <p:spPr>
              <a:xfrm>
                <a:off x="5752293" y="221343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35"/>
              <p:cNvSpPr/>
              <p:nvPr/>
            </p:nvSpPr>
            <p:spPr>
              <a:xfrm>
                <a:off x="5697742"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35"/>
              <p:cNvSpPr/>
              <p:nvPr/>
            </p:nvSpPr>
            <p:spPr>
              <a:xfrm>
                <a:off x="5643156" y="221343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35"/>
              <p:cNvSpPr/>
              <p:nvPr/>
            </p:nvSpPr>
            <p:spPr>
              <a:xfrm>
                <a:off x="5588569" y="221343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35"/>
              <p:cNvSpPr/>
              <p:nvPr/>
            </p:nvSpPr>
            <p:spPr>
              <a:xfrm>
                <a:off x="5534037" y="2213436"/>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35"/>
              <p:cNvSpPr/>
              <p:nvPr/>
            </p:nvSpPr>
            <p:spPr>
              <a:xfrm>
                <a:off x="5479450" y="221343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35"/>
              <p:cNvSpPr/>
              <p:nvPr/>
            </p:nvSpPr>
            <p:spPr>
              <a:xfrm>
                <a:off x="5424900"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35"/>
              <p:cNvSpPr/>
              <p:nvPr/>
            </p:nvSpPr>
            <p:spPr>
              <a:xfrm>
                <a:off x="5370314" y="2213436"/>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35"/>
              <p:cNvSpPr/>
              <p:nvPr/>
            </p:nvSpPr>
            <p:spPr>
              <a:xfrm>
                <a:off x="5315745" y="221343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35"/>
              <p:cNvSpPr/>
              <p:nvPr/>
            </p:nvSpPr>
            <p:spPr>
              <a:xfrm>
                <a:off x="5261195" y="221343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2" name="Google Shape;6072;p35"/>
              <p:cNvSpPr/>
              <p:nvPr/>
            </p:nvSpPr>
            <p:spPr>
              <a:xfrm>
                <a:off x="5697742" y="215884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3" name="Google Shape;6073;p35"/>
              <p:cNvSpPr/>
              <p:nvPr/>
            </p:nvSpPr>
            <p:spPr>
              <a:xfrm>
                <a:off x="5643156" y="215884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35"/>
              <p:cNvSpPr/>
              <p:nvPr/>
            </p:nvSpPr>
            <p:spPr>
              <a:xfrm>
                <a:off x="5588569" y="2158849"/>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35"/>
              <p:cNvSpPr/>
              <p:nvPr/>
            </p:nvSpPr>
            <p:spPr>
              <a:xfrm>
                <a:off x="5534037" y="2158849"/>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35"/>
              <p:cNvSpPr/>
              <p:nvPr/>
            </p:nvSpPr>
            <p:spPr>
              <a:xfrm>
                <a:off x="5479450" y="2158849"/>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35"/>
              <p:cNvSpPr/>
              <p:nvPr/>
            </p:nvSpPr>
            <p:spPr>
              <a:xfrm>
                <a:off x="5424900" y="2158849"/>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8" name="Google Shape;6078;p35"/>
              <p:cNvSpPr/>
              <p:nvPr/>
            </p:nvSpPr>
            <p:spPr>
              <a:xfrm>
                <a:off x="5861448"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35"/>
              <p:cNvSpPr/>
              <p:nvPr/>
            </p:nvSpPr>
            <p:spPr>
              <a:xfrm>
                <a:off x="5806879" y="2104263"/>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35"/>
              <p:cNvSpPr/>
              <p:nvPr/>
            </p:nvSpPr>
            <p:spPr>
              <a:xfrm>
                <a:off x="5697742"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35"/>
              <p:cNvSpPr/>
              <p:nvPr/>
            </p:nvSpPr>
            <p:spPr>
              <a:xfrm>
                <a:off x="5479450" y="210426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35"/>
              <p:cNvSpPr/>
              <p:nvPr/>
            </p:nvSpPr>
            <p:spPr>
              <a:xfrm>
                <a:off x="5424900"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35"/>
              <p:cNvSpPr/>
              <p:nvPr/>
            </p:nvSpPr>
            <p:spPr>
              <a:xfrm>
                <a:off x="5315745" y="2104263"/>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35"/>
              <p:cNvSpPr/>
              <p:nvPr/>
            </p:nvSpPr>
            <p:spPr>
              <a:xfrm>
                <a:off x="5261195" y="2104263"/>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35"/>
              <p:cNvSpPr/>
              <p:nvPr/>
            </p:nvSpPr>
            <p:spPr>
              <a:xfrm>
                <a:off x="5861448"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35"/>
              <p:cNvSpPr/>
              <p:nvPr/>
            </p:nvSpPr>
            <p:spPr>
              <a:xfrm>
                <a:off x="5806879" y="2049731"/>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35"/>
              <p:cNvSpPr/>
              <p:nvPr/>
            </p:nvSpPr>
            <p:spPr>
              <a:xfrm>
                <a:off x="5697742"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35"/>
              <p:cNvSpPr/>
              <p:nvPr/>
            </p:nvSpPr>
            <p:spPr>
              <a:xfrm>
                <a:off x="5588569" y="2049731"/>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35"/>
              <p:cNvSpPr/>
              <p:nvPr/>
            </p:nvSpPr>
            <p:spPr>
              <a:xfrm>
                <a:off x="5424900"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35"/>
              <p:cNvSpPr/>
              <p:nvPr/>
            </p:nvSpPr>
            <p:spPr>
              <a:xfrm>
                <a:off x="5315745" y="2049731"/>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35"/>
              <p:cNvSpPr/>
              <p:nvPr/>
            </p:nvSpPr>
            <p:spPr>
              <a:xfrm>
                <a:off x="5261195" y="2049731"/>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35"/>
              <p:cNvSpPr/>
              <p:nvPr/>
            </p:nvSpPr>
            <p:spPr>
              <a:xfrm>
                <a:off x="5861448"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35"/>
              <p:cNvSpPr/>
              <p:nvPr/>
            </p:nvSpPr>
            <p:spPr>
              <a:xfrm>
                <a:off x="5806879" y="1995144"/>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35"/>
              <p:cNvSpPr/>
              <p:nvPr/>
            </p:nvSpPr>
            <p:spPr>
              <a:xfrm>
                <a:off x="5752293" y="1995144"/>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35"/>
              <p:cNvSpPr/>
              <p:nvPr/>
            </p:nvSpPr>
            <p:spPr>
              <a:xfrm>
                <a:off x="5697742"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6" name="Google Shape;6096;p35"/>
              <p:cNvSpPr/>
              <p:nvPr/>
            </p:nvSpPr>
            <p:spPr>
              <a:xfrm>
                <a:off x="5643156" y="199514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35"/>
              <p:cNvSpPr/>
              <p:nvPr/>
            </p:nvSpPr>
            <p:spPr>
              <a:xfrm>
                <a:off x="5588569" y="1995144"/>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35"/>
              <p:cNvSpPr/>
              <p:nvPr/>
            </p:nvSpPr>
            <p:spPr>
              <a:xfrm>
                <a:off x="5534037" y="1995144"/>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35"/>
              <p:cNvSpPr/>
              <p:nvPr/>
            </p:nvSpPr>
            <p:spPr>
              <a:xfrm>
                <a:off x="5479450" y="1995144"/>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35"/>
              <p:cNvSpPr/>
              <p:nvPr/>
            </p:nvSpPr>
            <p:spPr>
              <a:xfrm>
                <a:off x="5424900"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35"/>
              <p:cNvSpPr/>
              <p:nvPr/>
            </p:nvSpPr>
            <p:spPr>
              <a:xfrm>
                <a:off x="5370314" y="1995144"/>
                <a:ext cx="54568" cy="54605"/>
              </a:xfrm>
              <a:custGeom>
                <a:rect b="b" l="l" r="r" t="t"/>
                <a:pathLst>
                  <a:path extrusionOk="0" h="3021"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2" name="Google Shape;6102;p35"/>
              <p:cNvSpPr/>
              <p:nvPr/>
            </p:nvSpPr>
            <p:spPr>
              <a:xfrm>
                <a:off x="5315745" y="1995144"/>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35"/>
              <p:cNvSpPr/>
              <p:nvPr/>
            </p:nvSpPr>
            <p:spPr>
              <a:xfrm>
                <a:off x="5261195" y="1995144"/>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35"/>
              <p:cNvSpPr/>
              <p:nvPr/>
            </p:nvSpPr>
            <p:spPr>
              <a:xfrm>
                <a:off x="5861448"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35"/>
              <p:cNvSpPr/>
              <p:nvPr/>
            </p:nvSpPr>
            <p:spPr>
              <a:xfrm>
                <a:off x="5806879" y="1940594"/>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35"/>
              <p:cNvSpPr/>
              <p:nvPr/>
            </p:nvSpPr>
            <p:spPr>
              <a:xfrm>
                <a:off x="5752293" y="194059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35"/>
              <p:cNvSpPr/>
              <p:nvPr/>
            </p:nvSpPr>
            <p:spPr>
              <a:xfrm>
                <a:off x="5697742"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8" name="Google Shape;6108;p35"/>
              <p:cNvSpPr/>
              <p:nvPr/>
            </p:nvSpPr>
            <p:spPr>
              <a:xfrm>
                <a:off x="5588569" y="1940594"/>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9" name="Google Shape;6109;p35"/>
              <p:cNvSpPr/>
              <p:nvPr/>
            </p:nvSpPr>
            <p:spPr>
              <a:xfrm>
                <a:off x="5534037" y="1940594"/>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35"/>
              <p:cNvSpPr/>
              <p:nvPr/>
            </p:nvSpPr>
            <p:spPr>
              <a:xfrm>
                <a:off x="5479450" y="1940594"/>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35"/>
              <p:cNvSpPr/>
              <p:nvPr/>
            </p:nvSpPr>
            <p:spPr>
              <a:xfrm>
                <a:off x="5370314" y="1940594"/>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35"/>
              <p:cNvSpPr/>
              <p:nvPr/>
            </p:nvSpPr>
            <p:spPr>
              <a:xfrm>
                <a:off x="5315745" y="1940594"/>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35"/>
              <p:cNvSpPr/>
              <p:nvPr/>
            </p:nvSpPr>
            <p:spPr>
              <a:xfrm>
                <a:off x="5261195" y="1940594"/>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35"/>
              <p:cNvSpPr/>
              <p:nvPr/>
            </p:nvSpPr>
            <p:spPr>
              <a:xfrm>
                <a:off x="5861448"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35"/>
              <p:cNvSpPr/>
              <p:nvPr/>
            </p:nvSpPr>
            <p:spPr>
              <a:xfrm>
                <a:off x="5752293" y="1886007"/>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35"/>
              <p:cNvSpPr/>
              <p:nvPr/>
            </p:nvSpPr>
            <p:spPr>
              <a:xfrm>
                <a:off x="5697742"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35"/>
              <p:cNvSpPr/>
              <p:nvPr/>
            </p:nvSpPr>
            <p:spPr>
              <a:xfrm>
                <a:off x="5643156" y="1886007"/>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35"/>
              <p:cNvSpPr/>
              <p:nvPr/>
            </p:nvSpPr>
            <p:spPr>
              <a:xfrm>
                <a:off x="5588569" y="1886007"/>
                <a:ext cx="54605" cy="54568"/>
              </a:xfrm>
              <a:custGeom>
                <a:rect b="b" l="l" r="r" t="t"/>
                <a:pathLst>
                  <a:path extrusionOk="0" h="3019" w="3021">
                    <a:moveTo>
                      <a:pt x="1" y="1"/>
                    </a:moveTo>
                    <a:lnTo>
                      <a:pt x="1" y="3019"/>
                    </a:lnTo>
                    <a:lnTo>
                      <a:pt x="3021" y="3019"/>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35"/>
              <p:cNvSpPr/>
              <p:nvPr/>
            </p:nvSpPr>
            <p:spPr>
              <a:xfrm>
                <a:off x="5534037" y="1886007"/>
                <a:ext cx="54550" cy="54568"/>
              </a:xfrm>
              <a:custGeom>
                <a:rect b="b" l="l" r="r" t="t"/>
                <a:pathLst>
                  <a:path extrusionOk="0" h="3019" w="3018">
                    <a:moveTo>
                      <a:pt x="0" y="1"/>
                    </a:moveTo>
                    <a:lnTo>
                      <a:pt x="0"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35"/>
              <p:cNvSpPr/>
              <p:nvPr/>
            </p:nvSpPr>
            <p:spPr>
              <a:xfrm>
                <a:off x="5479450" y="1886007"/>
                <a:ext cx="54605" cy="54568"/>
              </a:xfrm>
              <a:custGeom>
                <a:rect b="b" l="l" r="r" t="t"/>
                <a:pathLst>
                  <a:path extrusionOk="0" h="3019" w="3021">
                    <a:moveTo>
                      <a:pt x="0" y="1"/>
                    </a:moveTo>
                    <a:lnTo>
                      <a:pt x="0" y="3019"/>
                    </a:lnTo>
                    <a:lnTo>
                      <a:pt x="3020" y="3019"/>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35"/>
              <p:cNvSpPr/>
              <p:nvPr/>
            </p:nvSpPr>
            <p:spPr>
              <a:xfrm>
                <a:off x="5424900"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35"/>
              <p:cNvSpPr/>
              <p:nvPr/>
            </p:nvSpPr>
            <p:spPr>
              <a:xfrm>
                <a:off x="5370314" y="1886007"/>
                <a:ext cx="54568" cy="54568"/>
              </a:xfrm>
              <a:custGeom>
                <a:rect b="b" l="l" r="r" t="t"/>
                <a:pathLst>
                  <a:path extrusionOk="0" h="3019" w="3019">
                    <a:moveTo>
                      <a:pt x="1" y="1"/>
                    </a:moveTo>
                    <a:lnTo>
                      <a:pt x="1" y="3019"/>
                    </a:lnTo>
                    <a:lnTo>
                      <a:pt x="3019" y="3019"/>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35"/>
              <p:cNvSpPr/>
              <p:nvPr/>
            </p:nvSpPr>
            <p:spPr>
              <a:xfrm>
                <a:off x="5261195" y="1886007"/>
                <a:ext cx="54568" cy="54568"/>
              </a:xfrm>
              <a:custGeom>
                <a:rect b="b" l="l" r="r" t="t"/>
                <a:pathLst>
                  <a:path extrusionOk="0" h="3019" w="3019">
                    <a:moveTo>
                      <a:pt x="1" y="1"/>
                    </a:moveTo>
                    <a:lnTo>
                      <a:pt x="1" y="3019"/>
                    </a:lnTo>
                    <a:lnTo>
                      <a:pt x="3018" y="3019"/>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35"/>
              <p:cNvSpPr/>
              <p:nvPr/>
            </p:nvSpPr>
            <p:spPr>
              <a:xfrm>
                <a:off x="5752293" y="1831439"/>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35"/>
              <p:cNvSpPr/>
              <p:nvPr/>
            </p:nvSpPr>
            <p:spPr>
              <a:xfrm>
                <a:off x="5697742" y="1831439"/>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35"/>
              <p:cNvSpPr/>
              <p:nvPr/>
            </p:nvSpPr>
            <p:spPr>
              <a:xfrm>
                <a:off x="5643156" y="1831439"/>
                <a:ext cx="54605" cy="54587"/>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7" name="Google Shape;6127;p35"/>
              <p:cNvSpPr/>
              <p:nvPr/>
            </p:nvSpPr>
            <p:spPr>
              <a:xfrm>
                <a:off x="5479450" y="1831439"/>
                <a:ext cx="54605" cy="54587"/>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8" name="Google Shape;6128;p35"/>
              <p:cNvSpPr/>
              <p:nvPr/>
            </p:nvSpPr>
            <p:spPr>
              <a:xfrm>
                <a:off x="5424900" y="1831439"/>
                <a:ext cx="54568" cy="54587"/>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35"/>
              <p:cNvSpPr/>
              <p:nvPr/>
            </p:nvSpPr>
            <p:spPr>
              <a:xfrm>
                <a:off x="5370314" y="1831439"/>
                <a:ext cx="54568" cy="54587"/>
              </a:xfrm>
              <a:custGeom>
                <a:rect b="b" l="l" r="r" t="t"/>
                <a:pathLst>
                  <a:path extrusionOk="0" h="3020" w="3019">
                    <a:moveTo>
                      <a:pt x="1" y="0"/>
                    </a:moveTo>
                    <a:lnTo>
                      <a:pt x="1" y="3020"/>
                    </a:lnTo>
                    <a:lnTo>
                      <a:pt x="3019" y="3020"/>
                    </a:lnTo>
                    <a:lnTo>
                      <a:pt x="3019"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35"/>
              <p:cNvSpPr/>
              <p:nvPr/>
            </p:nvSpPr>
            <p:spPr>
              <a:xfrm>
                <a:off x="5752293" y="1776889"/>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35"/>
              <p:cNvSpPr/>
              <p:nvPr/>
            </p:nvSpPr>
            <p:spPr>
              <a:xfrm>
                <a:off x="5370314" y="1776889"/>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2" name="Google Shape;6132;p35"/>
              <p:cNvSpPr/>
              <p:nvPr/>
            </p:nvSpPr>
            <p:spPr>
              <a:xfrm>
                <a:off x="5752293" y="172230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3" name="Google Shape;6133;p35"/>
              <p:cNvSpPr/>
              <p:nvPr/>
            </p:nvSpPr>
            <p:spPr>
              <a:xfrm>
                <a:off x="5697742" y="172230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35"/>
              <p:cNvSpPr/>
              <p:nvPr/>
            </p:nvSpPr>
            <p:spPr>
              <a:xfrm>
                <a:off x="5643156" y="1722302"/>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35"/>
              <p:cNvSpPr/>
              <p:nvPr/>
            </p:nvSpPr>
            <p:spPr>
              <a:xfrm>
                <a:off x="5588569" y="1722302"/>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35"/>
              <p:cNvSpPr/>
              <p:nvPr/>
            </p:nvSpPr>
            <p:spPr>
              <a:xfrm>
                <a:off x="5534037" y="1722302"/>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35"/>
              <p:cNvSpPr/>
              <p:nvPr/>
            </p:nvSpPr>
            <p:spPr>
              <a:xfrm>
                <a:off x="5479450" y="172230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35"/>
              <p:cNvSpPr/>
              <p:nvPr/>
            </p:nvSpPr>
            <p:spPr>
              <a:xfrm>
                <a:off x="5424900" y="172230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35"/>
              <p:cNvSpPr/>
              <p:nvPr/>
            </p:nvSpPr>
            <p:spPr>
              <a:xfrm>
                <a:off x="5370314" y="1722302"/>
                <a:ext cx="54568" cy="54568"/>
              </a:xfrm>
              <a:custGeom>
                <a:rect b="b" l="l" r="r" t="t"/>
                <a:pathLst>
                  <a:path extrusionOk="0" h="3019" w="3019">
                    <a:moveTo>
                      <a:pt x="1" y="1"/>
                    </a:moveTo>
                    <a:lnTo>
                      <a:pt x="1" y="3018"/>
                    </a:lnTo>
                    <a:lnTo>
                      <a:pt x="3019" y="3018"/>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0" name="Google Shape;6140;p35"/>
              <p:cNvSpPr/>
              <p:nvPr/>
            </p:nvSpPr>
            <p:spPr>
              <a:xfrm>
                <a:off x="5752293" y="1667716"/>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1" name="Google Shape;6141;p35"/>
              <p:cNvSpPr/>
              <p:nvPr/>
            </p:nvSpPr>
            <p:spPr>
              <a:xfrm>
                <a:off x="5370314" y="1667716"/>
                <a:ext cx="54568" cy="54605"/>
              </a:xfrm>
              <a:custGeom>
                <a:rect b="b" l="l" r="r" t="t"/>
                <a:pathLst>
                  <a:path extrusionOk="0" h="3021" w="3019">
                    <a:moveTo>
                      <a:pt x="1" y="1"/>
                    </a:moveTo>
                    <a:lnTo>
                      <a:pt x="1" y="3021"/>
                    </a:lnTo>
                    <a:lnTo>
                      <a:pt x="3019" y="3021"/>
                    </a:lnTo>
                    <a:lnTo>
                      <a:pt x="3019"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2" name="Google Shape;6142;p35"/>
            <p:cNvSpPr/>
            <p:nvPr/>
          </p:nvSpPr>
          <p:spPr>
            <a:xfrm>
              <a:off x="5784050" y="3395675"/>
              <a:ext cx="292800" cy="26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3" name="Google Shape;6143;p35"/>
            <p:cNvGrpSpPr/>
            <p:nvPr/>
          </p:nvGrpSpPr>
          <p:grpSpPr>
            <a:xfrm>
              <a:off x="5618507" y="3136353"/>
              <a:ext cx="654821" cy="763994"/>
              <a:chOff x="5261195" y="1667716"/>
              <a:chExt cx="654821" cy="763994"/>
            </a:xfrm>
          </p:grpSpPr>
          <p:sp>
            <p:nvSpPr>
              <p:cNvPr id="6144" name="Google Shape;6144;p35"/>
              <p:cNvSpPr/>
              <p:nvPr/>
            </p:nvSpPr>
            <p:spPr>
              <a:xfrm>
                <a:off x="5752293" y="2377141"/>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35"/>
              <p:cNvSpPr/>
              <p:nvPr/>
            </p:nvSpPr>
            <p:spPr>
              <a:xfrm>
                <a:off x="5697742" y="237714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35"/>
              <p:cNvSpPr/>
              <p:nvPr/>
            </p:nvSpPr>
            <p:spPr>
              <a:xfrm>
                <a:off x="5643156" y="2377141"/>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35"/>
              <p:cNvSpPr/>
              <p:nvPr/>
            </p:nvSpPr>
            <p:spPr>
              <a:xfrm>
                <a:off x="5424900" y="2377141"/>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35"/>
              <p:cNvSpPr/>
              <p:nvPr/>
            </p:nvSpPr>
            <p:spPr>
              <a:xfrm>
                <a:off x="5370314" y="2377141"/>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35"/>
              <p:cNvSpPr/>
              <p:nvPr/>
            </p:nvSpPr>
            <p:spPr>
              <a:xfrm>
                <a:off x="5315745" y="2377141"/>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0" name="Google Shape;6150;p35"/>
              <p:cNvSpPr/>
              <p:nvPr/>
            </p:nvSpPr>
            <p:spPr>
              <a:xfrm>
                <a:off x="5752293" y="2322573"/>
                <a:ext cx="54605" cy="54587"/>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35"/>
              <p:cNvSpPr/>
              <p:nvPr/>
            </p:nvSpPr>
            <p:spPr>
              <a:xfrm>
                <a:off x="5643156" y="2322573"/>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35"/>
              <p:cNvSpPr/>
              <p:nvPr/>
            </p:nvSpPr>
            <p:spPr>
              <a:xfrm>
                <a:off x="5424900" y="2322573"/>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35"/>
              <p:cNvSpPr/>
              <p:nvPr/>
            </p:nvSpPr>
            <p:spPr>
              <a:xfrm>
                <a:off x="5315745" y="2322573"/>
                <a:ext cx="54586" cy="54587"/>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35"/>
              <p:cNvSpPr/>
              <p:nvPr/>
            </p:nvSpPr>
            <p:spPr>
              <a:xfrm>
                <a:off x="5643156" y="2267986"/>
                <a:ext cx="54605" cy="54587"/>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35"/>
              <p:cNvSpPr/>
              <p:nvPr/>
            </p:nvSpPr>
            <p:spPr>
              <a:xfrm>
                <a:off x="5424900" y="2267986"/>
                <a:ext cx="54568" cy="54587"/>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6" name="Google Shape;6156;p35"/>
              <p:cNvSpPr/>
              <p:nvPr/>
            </p:nvSpPr>
            <p:spPr>
              <a:xfrm>
                <a:off x="5861448" y="2213436"/>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35"/>
              <p:cNvSpPr/>
              <p:nvPr/>
            </p:nvSpPr>
            <p:spPr>
              <a:xfrm>
                <a:off x="5806879" y="2213436"/>
                <a:ext cx="54586"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35"/>
              <p:cNvSpPr/>
              <p:nvPr/>
            </p:nvSpPr>
            <p:spPr>
              <a:xfrm>
                <a:off x="5752293" y="221343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35"/>
              <p:cNvSpPr/>
              <p:nvPr/>
            </p:nvSpPr>
            <p:spPr>
              <a:xfrm>
                <a:off x="5697742" y="221343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35"/>
              <p:cNvSpPr/>
              <p:nvPr/>
            </p:nvSpPr>
            <p:spPr>
              <a:xfrm>
                <a:off x="5643156" y="221343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35"/>
              <p:cNvSpPr/>
              <p:nvPr/>
            </p:nvSpPr>
            <p:spPr>
              <a:xfrm>
                <a:off x="5588569" y="221343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35"/>
              <p:cNvSpPr/>
              <p:nvPr/>
            </p:nvSpPr>
            <p:spPr>
              <a:xfrm>
                <a:off x="5534037" y="2213436"/>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35"/>
              <p:cNvSpPr/>
              <p:nvPr/>
            </p:nvSpPr>
            <p:spPr>
              <a:xfrm>
                <a:off x="5479450" y="221343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35"/>
              <p:cNvSpPr/>
              <p:nvPr/>
            </p:nvSpPr>
            <p:spPr>
              <a:xfrm>
                <a:off x="5424900" y="221343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35"/>
              <p:cNvSpPr/>
              <p:nvPr/>
            </p:nvSpPr>
            <p:spPr>
              <a:xfrm>
                <a:off x="5370314" y="2213436"/>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35"/>
              <p:cNvSpPr/>
              <p:nvPr/>
            </p:nvSpPr>
            <p:spPr>
              <a:xfrm>
                <a:off x="5315745" y="2213436"/>
                <a:ext cx="54586" cy="54568"/>
              </a:xfrm>
              <a:custGeom>
                <a:rect b="b" l="l" r="r" t="t"/>
                <a:pathLst>
                  <a:path extrusionOk="0" h="3019" w="3020">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35"/>
              <p:cNvSpPr/>
              <p:nvPr/>
            </p:nvSpPr>
            <p:spPr>
              <a:xfrm>
                <a:off x="5261195" y="2213436"/>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35"/>
              <p:cNvSpPr/>
              <p:nvPr/>
            </p:nvSpPr>
            <p:spPr>
              <a:xfrm>
                <a:off x="5697742" y="2158849"/>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35"/>
              <p:cNvSpPr/>
              <p:nvPr/>
            </p:nvSpPr>
            <p:spPr>
              <a:xfrm>
                <a:off x="5643156" y="2158849"/>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35"/>
              <p:cNvSpPr/>
              <p:nvPr/>
            </p:nvSpPr>
            <p:spPr>
              <a:xfrm>
                <a:off x="5588569" y="2158849"/>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1" name="Google Shape;6171;p35"/>
              <p:cNvSpPr/>
              <p:nvPr/>
            </p:nvSpPr>
            <p:spPr>
              <a:xfrm>
                <a:off x="5534037" y="2158849"/>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35"/>
              <p:cNvSpPr/>
              <p:nvPr/>
            </p:nvSpPr>
            <p:spPr>
              <a:xfrm>
                <a:off x="5479450" y="2158849"/>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35"/>
              <p:cNvSpPr/>
              <p:nvPr/>
            </p:nvSpPr>
            <p:spPr>
              <a:xfrm>
                <a:off x="5424900" y="2158849"/>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35"/>
              <p:cNvSpPr/>
              <p:nvPr/>
            </p:nvSpPr>
            <p:spPr>
              <a:xfrm>
                <a:off x="5861448" y="2104263"/>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35"/>
              <p:cNvSpPr/>
              <p:nvPr/>
            </p:nvSpPr>
            <p:spPr>
              <a:xfrm>
                <a:off x="5806879" y="2104263"/>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6" name="Google Shape;6176;p35"/>
              <p:cNvSpPr/>
              <p:nvPr/>
            </p:nvSpPr>
            <p:spPr>
              <a:xfrm>
                <a:off x="5697742" y="210426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7" name="Google Shape;6177;p35"/>
              <p:cNvSpPr/>
              <p:nvPr/>
            </p:nvSpPr>
            <p:spPr>
              <a:xfrm>
                <a:off x="5479450" y="2104263"/>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35"/>
              <p:cNvSpPr/>
              <p:nvPr/>
            </p:nvSpPr>
            <p:spPr>
              <a:xfrm>
                <a:off x="5424900" y="2104263"/>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35"/>
              <p:cNvSpPr/>
              <p:nvPr/>
            </p:nvSpPr>
            <p:spPr>
              <a:xfrm>
                <a:off x="5315745" y="2104263"/>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35"/>
              <p:cNvSpPr/>
              <p:nvPr/>
            </p:nvSpPr>
            <p:spPr>
              <a:xfrm>
                <a:off x="5261195" y="2104263"/>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35"/>
              <p:cNvSpPr/>
              <p:nvPr/>
            </p:nvSpPr>
            <p:spPr>
              <a:xfrm>
                <a:off x="5861448" y="2049731"/>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35"/>
              <p:cNvSpPr/>
              <p:nvPr/>
            </p:nvSpPr>
            <p:spPr>
              <a:xfrm>
                <a:off x="5806879" y="2049731"/>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35"/>
              <p:cNvSpPr/>
              <p:nvPr/>
            </p:nvSpPr>
            <p:spPr>
              <a:xfrm>
                <a:off x="5697742" y="2049731"/>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35"/>
              <p:cNvSpPr/>
              <p:nvPr/>
            </p:nvSpPr>
            <p:spPr>
              <a:xfrm>
                <a:off x="5588569" y="2049731"/>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35"/>
              <p:cNvSpPr/>
              <p:nvPr/>
            </p:nvSpPr>
            <p:spPr>
              <a:xfrm>
                <a:off x="5424900" y="2049731"/>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35"/>
              <p:cNvSpPr/>
              <p:nvPr/>
            </p:nvSpPr>
            <p:spPr>
              <a:xfrm>
                <a:off x="5315745" y="2049731"/>
                <a:ext cx="54586" cy="54550"/>
              </a:xfrm>
              <a:custGeom>
                <a:rect b="b" l="l" r="r" t="t"/>
                <a:pathLst>
                  <a:path extrusionOk="0" h="3018" w="3020">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35"/>
              <p:cNvSpPr/>
              <p:nvPr/>
            </p:nvSpPr>
            <p:spPr>
              <a:xfrm>
                <a:off x="5261195" y="2049731"/>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35"/>
              <p:cNvSpPr/>
              <p:nvPr/>
            </p:nvSpPr>
            <p:spPr>
              <a:xfrm>
                <a:off x="5861448" y="1995144"/>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35"/>
              <p:cNvSpPr/>
              <p:nvPr/>
            </p:nvSpPr>
            <p:spPr>
              <a:xfrm>
                <a:off x="5806879" y="1995144"/>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35"/>
              <p:cNvSpPr/>
              <p:nvPr/>
            </p:nvSpPr>
            <p:spPr>
              <a:xfrm>
                <a:off x="5752293" y="1995144"/>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1" name="Google Shape;6191;p35"/>
              <p:cNvSpPr/>
              <p:nvPr/>
            </p:nvSpPr>
            <p:spPr>
              <a:xfrm>
                <a:off x="5697742" y="1995144"/>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2" name="Google Shape;6192;p35"/>
              <p:cNvSpPr/>
              <p:nvPr/>
            </p:nvSpPr>
            <p:spPr>
              <a:xfrm>
                <a:off x="5643156" y="1995144"/>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35"/>
              <p:cNvSpPr/>
              <p:nvPr/>
            </p:nvSpPr>
            <p:spPr>
              <a:xfrm>
                <a:off x="5588569" y="1995144"/>
                <a:ext cx="54605" cy="54605"/>
              </a:xfrm>
              <a:custGeom>
                <a:rect b="b" l="l" r="r" t="t"/>
                <a:pathLst>
                  <a:path extrusionOk="0" h="3021"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35"/>
              <p:cNvSpPr/>
              <p:nvPr/>
            </p:nvSpPr>
            <p:spPr>
              <a:xfrm>
                <a:off x="5534037" y="1995144"/>
                <a:ext cx="54550" cy="54605"/>
              </a:xfrm>
              <a:custGeom>
                <a:rect b="b" l="l" r="r" t="t"/>
                <a:pathLst>
                  <a:path extrusionOk="0" h="3021"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35"/>
              <p:cNvSpPr/>
              <p:nvPr/>
            </p:nvSpPr>
            <p:spPr>
              <a:xfrm>
                <a:off x="5479450" y="1995144"/>
                <a:ext cx="54605" cy="54605"/>
              </a:xfrm>
              <a:custGeom>
                <a:rect b="b" l="l" r="r" t="t"/>
                <a:pathLst>
                  <a:path extrusionOk="0" h="3021"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35"/>
              <p:cNvSpPr/>
              <p:nvPr/>
            </p:nvSpPr>
            <p:spPr>
              <a:xfrm>
                <a:off x="5424900" y="1995144"/>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35"/>
              <p:cNvSpPr/>
              <p:nvPr/>
            </p:nvSpPr>
            <p:spPr>
              <a:xfrm>
                <a:off x="5370314" y="1995144"/>
                <a:ext cx="54568" cy="54605"/>
              </a:xfrm>
              <a:custGeom>
                <a:rect b="b" l="l" r="r" t="t"/>
                <a:pathLst>
                  <a:path extrusionOk="0" h="3021"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35"/>
              <p:cNvSpPr/>
              <p:nvPr/>
            </p:nvSpPr>
            <p:spPr>
              <a:xfrm>
                <a:off x="5315745" y="1995144"/>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35"/>
              <p:cNvSpPr/>
              <p:nvPr/>
            </p:nvSpPr>
            <p:spPr>
              <a:xfrm>
                <a:off x="5261195" y="1995144"/>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0" name="Google Shape;6200;p35"/>
              <p:cNvSpPr/>
              <p:nvPr/>
            </p:nvSpPr>
            <p:spPr>
              <a:xfrm>
                <a:off x="5861448" y="1940594"/>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35"/>
              <p:cNvSpPr/>
              <p:nvPr/>
            </p:nvSpPr>
            <p:spPr>
              <a:xfrm>
                <a:off x="5806879" y="1940594"/>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35"/>
              <p:cNvSpPr/>
              <p:nvPr/>
            </p:nvSpPr>
            <p:spPr>
              <a:xfrm>
                <a:off x="5752293" y="1940594"/>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35"/>
              <p:cNvSpPr/>
              <p:nvPr/>
            </p:nvSpPr>
            <p:spPr>
              <a:xfrm>
                <a:off x="5697742" y="1940594"/>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35"/>
              <p:cNvSpPr/>
              <p:nvPr/>
            </p:nvSpPr>
            <p:spPr>
              <a:xfrm>
                <a:off x="5588569" y="1940594"/>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5" name="Google Shape;6205;p35"/>
              <p:cNvSpPr/>
              <p:nvPr/>
            </p:nvSpPr>
            <p:spPr>
              <a:xfrm>
                <a:off x="5534037" y="1940594"/>
                <a:ext cx="54550" cy="54568"/>
              </a:xfrm>
              <a:custGeom>
                <a:rect b="b" l="l" r="r" t="t"/>
                <a:pathLst>
                  <a:path extrusionOk="0" h="3019" w="3018">
                    <a:moveTo>
                      <a:pt x="0" y="1"/>
                    </a:moveTo>
                    <a:lnTo>
                      <a:pt x="0"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6" name="Google Shape;6206;p35"/>
              <p:cNvSpPr/>
              <p:nvPr/>
            </p:nvSpPr>
            <p:spPr>
              <a:xfrm>
                <a:off x="5479450" y="1940594"/>
                <a:ext cx="54605" cy="54568"/>
              </a:xfrm>
              <a:custGeom>
                <a:rect b="b" l="l" r="r" t="t"/>
                <a:pathLst>
                  <a:path extrusionOk="0" h="3019" w="3021">
                    <a:moveTo>
                      <a:pt x="0" y="1"/>
                    </a:moveTo>
                    <a:lnTo>
                      <a:pt x="0" y="3018"/>
                    </a:lnTo>
                    <a:lnTo>
                      <a:pt x="3020" y="3018"/>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35"/>
              <p:cNvSpPr/>
              <p:nvPr/>
            </p:nvSpPr>
            <p:spPr>
              <a:xfrm>
                <a:off x="5370314" y="1940594"/>
                <a:ext cx="54568" cy="54568"/>
              </a:xfrm>
              <a:custGeom>
                <a:rect b="b" l="l" r="r" t="t"/>
                <a:pathLst>
                  <a:path extrusionOk="0" h="3019" w="3019">
                    <a:moveTo>
                      <a:pt x="1" y="1"/>
                    </a:moveTo>
                    <a:lnTo>
                      <a:pt x="1" y="3018"/>
                    </a:lnTo>
                    <a:lnTo>
                      <a:pt x="3019" y="3018"/>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35"/>
              <p:cNvSpPr/>
              <p:nvPr/>
            </p:nvSpPr>
            <p:spPr>
              <a:xfrm>
                <a:off x="5315745" y="1940594"/>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35"/>
              <p:cNvSpPr/>
              <p:nvPr/>
            </p:nvSpPr>
            <p:spPr>
              <a:xfrm>
                <a:off x="5261195" y="1940594"/>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0" name="Google Shape;6210;p35"/>
              <p:cNvSpPr/>
              <p:nvPr/>
            </p:nvSpPr>
            <p:spPr>
              <a:xfrm>
                <a:off x="5861448" y="1886007"/>
                <a:ext cx="54568" cy="54568"/>
              </a:xfrm>
              <a:custGeom>
                <a:rect b="b" l="l" r="r" t="t"/>
                <a:pathLst>
                  <a:path extrusionOk="0" h="3019" w="3019">
                    <a:moveTo>
                      <a:pt x="1" y="1"/>
                    </a:moveTo>
                    <a:lnTo>
                      <a:pt x="1" y="3019"/>
                    </a:lnTo>
                    <a:lnTo>
                      <a:pt x="3018" y="3019"/>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1" name="Google Shape;6211;p35"/>
              <p:cNvSpPr/>
              <p:nvPr/>
            </p:nvSpPr>
            <p:spPr>
              <a:xfrm>
                <a:off x="5752293" y="1886007"/>
                <a:ext cx="54605" cy="54568"/>
              </a:xfrm>
              <a:custGeom>
                <a:rect b="b" l="l" r="r" t="t"/>
                <a:pathLst>
                  <a:path extrusionOk="0" h="3019" w="3021">
                    <a:moveTo>
                      <a:pt x="0" y="1"/>
                    </a:moveTo>
                    <a:lnTo>
                      <a:pt x="0" y="3019"/>
                    </a:lnTo>
                    <a:lnTo>
                      <a:pt x="3020" y="3019"/>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35"/>
              <p:cNvSpPr/>
              <p:nvPr/>
            </p:nvSpPr>
            <p:spPr>
              <a:xfrm>
                <a:off x="5697742" y="1886007"/>
                <a:ext cx="54568" cy="54568"/>
              </a:xfrm>
              <a:custGeom>
                <a:rect b="b" l="l" r="r" t="t"/>
                <a:pathLst>
                  <a:path extrusionOk="0" h="3019" w="3019">
                    <a:moveTo>
                      <a:pt x="1" y="1"/>
                    </a:moveTo>
                    <a:lnTo>
                      <a:pt x="1"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35"/>
              <p:cNvSpPr/>
              <p:nvPr/>
            </p:nvSpPr>
            <p:spPr>
              <a:xfrm>
                <a:off x="5643156" y="1886007"/>
                <a:ext cx="54605" cy="54568"/>
              </a:xfrm>
              <a:custGeom>
                <a:rect b="b" l="l" r="r" t="t"/>
                <a:pathLst>
                  <a:path extrusionOk="0" h="3019" w="3021">
                    <a:moveTo>
                      <a:pt x="1" y="1"/>
                    </a:moveTo>
                    <a:lnTo>
                      <a:pt x="1" y="3019"/>
                    </a:lnTo>
                    <a:lnTo>
                      <a:pt x="3021" y="3019"/>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35"/>
              <p:cNvSpPr/>
              <p:nvPr/>
            </p:nvSpPr>
            <p:spPr>
              <a:xfrm>
                <a:off x="5588569" y="1886007"/>
                <a:ext cx="54605" cy="54568"/>
              </a:xfrm>
              <a:custGeom>
                <a:rect b="b" l="l" r="r" t="t"/>
                <a:pathLst>
                  <a:path extrusionOk="0" h="3019" w="3021">
                    <a:moveTo>
                      <a:pt x="1" y="1"/>
                    </a:moveTo>
                    <a:lnTo>
                      <a:pt x="1" y="3019"/>
                    </a:lnTo>
                    <a:lnTo>
                      <a:pt x="3021" y="3019"/>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5" name="Google Shape;6215;p35"/>
              <p:cNvSpPr/>
              <p:nvPr/>
            </p:nvSpPr>
            <p:spPr>
              <a:xfrm>
                <a:off x="5534037" y="1886007"/>
                <a:ext cx="54550" cy="54568"/>
              </a:xfrm>
              <a:custGeom>
                <a:rect b="b" l="l" r="r" t="t"/>
                <a:pathLst>
                  <a:path extrusionOk="0" h="3019" w="3018">
                    <a:moveTo>
                      <a:pt x="0" y="1"/>
                    </a:moveTo>
                    <a:lnTo>
                      <a:pt x="0"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35"/>
              <p:cNvSpPr/>
              <p:nvPr/>
            </p:nvSpPr>
            <p:spPr>
              <a:xfrm>
                <a:off x="5479450" y="1886007"/>
                <a:ext cx="54605" cy="54568"/>
              </a:xfrm>
              <a:custGeom>
                <a:rect b="b" l="l" r="r" t="t"/>
                <a:pathLst>
                  <a:path extrusionOk="0" h="3019" w="3021">
                    <a:moveTo>
                      <a:pt x="0" y="1"/>
                    </a:moveTo>
                    <a:lnTo>
                      <a:pt x="0" y="3019"/>
                    </a:lnTo>
                    <a:lnTo>
                      <a:pt x="3020" y="3019"/>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35"/>
              <p:cNvSpPr/>
              <p:nvPr/>
            </p:nvSpPr>
            <p:spPr>
              <a:xfrm>
                <a:off x="5424900" y="1886007"/>
                <a:ext cx="54568" cy="54568"/>
              </a:xfrm>
              <a:custGeom>
                <a:rect b="b" l="l" r="r" t="t"/>
                <a:pathLst>
                  <a:path extrusionOk="0" h="3019" w="3019">
                    <a:moveTo>
                      <a:pt x="1" y="1"/>
                    </a:moveTo>
                    <a:lnTo>
                      <a:pt x="1" y="3019"/>
                    </a:lnTo>
                    <a:lnTo>
                      <a:pt x="3018" y="3019"/>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35"/>
              <p:cNvSpPr/>
              <p:nvPr/>
            </p:nvSpPr>
            <p:spPr>
              <a:xfrm>
                <a:off x="5370314" y="1886007"/>
                <a:ext cx="54568" cy="54568"/>
              </a:xfrm>
              <a:custGeom>
                <a:rect b="b" l="l" r="r" t="t"/>
                <a:pathLst>
                  <a:path extrusionOk="0" h="3019" w="3019">
                    <a:moveTo>
                      <a:pt x="1" y="1"/>
                    </a:moveTo>
                    <a:lnTo>
                      <a:pt x="1" y="3019"/>
                    </a:lnTo>
                    <a:lnTo>
                      <a:pt x="3019" y="3019"/>
                    </a:lnTo>
                    <a:lnTo>
                      <a:pt x="301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35"/>
              <p:cNvSpPr/>
              <p:nvPr/>
            </p:nvSpPr>
            <p:spPr>
              <a:xfrm>
                <a:off x="5261195" y="1886007"/>
                <a:ext cx="54568" cy="54568"/>
              </a:xfrm>
              <a:custGeom>
                <a:rect b="b" l="l" r="r" t="t"/>
                <a:pathLst>
                  <a:path extrusionOk="0" h="3019" w="3019">
                    <a:moveTo>
                      <a:pt x="1" y="1"/>
                    </a:moveTo>
                    <a:lnTo>
                      <a:pt x="1" y="3019"/>
                    </a:lnTo>
                    <a:lnTo>
                      <a:pt x="3018" y="3019"/>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35"/>
              <p:cNvSpPr/>
              <p:nvPr/>
            </p:nvSpPr>
            <p:spPr>
              <a:xfrm>
                <a:off x="5752293" y="1831439"/>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35"/>
              <p:cNvSpPr/>
              <p:nvPr/>
            </p:nvSpPr>
            <p:spPr>
              <a:xfrm>
                <a:off x="5697742" y="1831439"/>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35"/>
              <p:cNvSpPr/>
              <p:nvPr/>
            </p:nvSpPr>
            <p:spPr>
              <a:xfrm>
                <a:off x="5643156" y="1831439"/>
                <a:ext cx="54605" cy="54587"/>
              </a:xfrm>
              <a:custGeom>
                <a:rect b="b" l="l" r="r" t="t"/>
                <a:pathLst>
                  <a:path extrusionOk="0" h="3020" w="3021">
                    <a:moveTo>
                      <a:pt x="1" y="0"/>
                    </a:moveTo>
                    <a:lnTo>
                      <a:pt x="1" y="3020"/>
                    </a:lnTo>
                    <a:lnTo>
                      <a:pt x="3021" y="3020"/>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35"/>
              <p:cNvSpPr/>
              <p:nvPr/>
            </p:nvSpPr>
            <p:spPr>
              <a:xfrm>
                <a:off x="5479450" y="1831439"/>
                <a:ext cx="54605" cy="54587"/>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35"/>
              <p:cNvSpPr/>
              <p:nvPr/>
            </p:nvSpPr>
            <p:spPr>
              <a:xfrm>
                <a:off x="5424900" y="1831439"/>
                <a:ext cx="54568" cy="54587"/>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35"/>
              <p:cNvSpPr/>
              <p:nvPr/>
            </p:nvSpPr>
            <p:spPr>
              <a:xfrm>
                <a:off x="5370314" y="1831439"/>
                <a:ext cx="54568" cy="54587"/>
              </a:xfrm>
              <a:custGeom>
                <a:rect b="b" l="l" r="r" t="t"/>
                <a:pathLst>
                  <a:path extrusionOk="0" h="3020" w="3019">
                    <a:moveTo>
                      <a:pt x="1" y="0"/>
                    </a:moveTo>
                    <a:lnTo>
                      <a:pt x="1" y="3020"/>
                    </a:lnTo>
                    <a:lnTo>
                      <a:pt x="3019" y="3020"/>
                    </a:lnTo>
                    <a:lnTo>
                      <a:pt x="3019"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35"/>
              <p:cNvSpPr/>
              <p:nvPr/>
            </p:nvSpPr>
            <p:spPr>
              <a:xfrm>
                <a:off x="5752293" y="1776889"/>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7" name="Google Shape;6227;p35"/>
              <p:cNvSpPr/>
              <p:nvPr/>
            </p:nvSpPr>
            <p:spPr>
              <a:xfrm>
                <a:off x="5370314" y="1776889"/>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8" name="Google Shape;6228;p35"/>
              <p:cNvSpPr/>
              <p:nvPr/>
            </p:nvSpPr>
            <p:spPr>
              <a:xfrm>
                <a:off x="5752293" y="172230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35"/>
              <p:cNvSpPr/>
              <p:nvPr/>
            </p:nvSpPr>
            <p:spPr>
              <a:xfrm>
                <a:off x="5697742" y="1722302"/>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35"/>
              <p:cNvSpPr/>
              <p:nvPr/>
            </p:nvSpPr>
            <p:spPr>
              <a:xfrm>
                <a:off x="5643156" y="1722302"/>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35"/>
              <p:cNvSpPr/>
              <p:nvPr/>
            </p:nvSpPr>
            <p:spPr>
              <a:xfrm>
                <a:off x="5588569" y="1722302"/>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35"/>
              <p:cNvSpPr/>
              <p:nvPr/>
            </p:nvSpPr>
            <p:spPr>
              <a:xfrm>
                <a:off x="5534037" y="1722302"/>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35"/>
              <p:cNvSpPr/>
              <p:nvPr/>
            </p:nvSpPr>
            <p:spPr>
              <a:xfrm>
                <a:off x="5479450" y="172230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35"/>
              <p:cNvSpPr/>
              <p:nvPr/>
            </p:nvSpPr>
            <p:spPr>
              <a:xfrm>
                <a:off x="5424900" y="1722302"/>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35"/>
              <p:cNvSpPr/>
              <p:nvPr/>
            </p:nvSpPr>
            <p:spPr>
              <a:xfrm>
                <a:off x="5370314" y="1722302"/>
                <a:ext cx="54568" cy="54568"/>
              </a:xfrm>
              <a:custGeom>
                <a:rect b="b" l="l" r="r" t="t"/>
                <a:pathLst>
                  <a:path extrusionOk="0" h="3019" w="3019">
                    <a:moveTo>
                      <a:pt x="1" y="1"/>
                    </a:moveTo>
                    <a:lnTo>
                      <a:pt x="1" y="3018"/>
                    </a:lnTo>
                    <a:lnTo>
                      <a:pt x="3019" y="3018"/>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35"/>
              <p:cNvSpPr/>
              <p:nvPr/>
            </p:nvSpPr>
            <p:spPr>
              <a:xfrm>
                <a:off x="5752293" y="1667716"/>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35"/>
              <p:cNvSpPr/>
              <p:nvPr/>
            </p:nvSpPr>
            <p:spPr>
              <a:xfrm>
                <a:off x="5370314" y="1667716"/>
                <a:ext cx="54568" cy="54605"/>
              </a:xfrm>
              <a:custGeom>
                <a:rect b="b" l="l" r="r" t="t"/>
                <a:pathLst>
                  <a:path extrusionOk="0" h="3021" w="3019">
                    <a:moveTo>
                      <a:pt x="1" y="1"/>
                    </a:moveTo>
                    <a:lnTo>
                      <a:pt x="1" y="3021"/>
                    </a:lnTo>
                    <a:lnTo>
                      <a:pt x="3019" y="3021"/>
                    </a:lnTo>
                    <a:lnTo>
                      <a:pt x="3019"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1" name="Shape 6241"/>
        <p:cNvGrpSpPr/>
        <p:nvPr/>
      </p:nvGrpSpPr>
      <p:grpSpPr>
        <a:xfrm>
          <a:off x="0" y="0"/>
          <a:ext cx="0" cy="0"/>
          <a:chOff x="0" y="0"/>
          <a:chExt cx="0" cy="0"/>
        </a:xfrm>
      </p:grpSpPr>
      <p:sp>
        <p:nvSpPr>
          <p:cNvPr id="6242" name="Google Shape;6242;p36"/>
          <p:cNvSpPr txBox="1"/>
          <p:nvPr>
            <p:ph idx="4" type="subTitle"/>
          </p:nvPr>
        </p:nvSpPr>
        <p:spPr>
          <a:xfrm>
            <a:off x="718440" y="329088"/>
            <a:ext cx="13833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 UP </a:t>
            </a:r>
            <a:r>
              <a:rPr lang="en">
                <a:solidFill>
                  <a:schemeClr val="dk2"/>
                </a:solidFill>
              </a:rPr>
              <a:t>25000</a:t>
            </a:r>
            <a:endParaRPr>
              <a:solidFill>
                <a:schemeClr val="dk2"/>
              </a:solidFill>
            </a:endParaRPr>
          </a:p>
        </p:txBody>
      </p:sp>
      <p:sp>
        <p:nvSpPr>
          <p:cNvPr id="6243" name="Google Shape;6243;p36"/>
          <p:cNvSpPr txBox="1"/>
          <p:nvPr>
            <p:ph type="ctrTitle"/>
          </p:nvPr>
        </p:nvSpPr>
        <p:spPr>
          <a:xfrm>
            <a:off x="720000" y="619412"/>
            <a:ext cx="7704000" cy="124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THANKS!</a:t>
            </a:r>
            <a:endParaRPr>
              <a:solidFill>
                <a:schemeClr val="dk1"/>
              </a:solidFill>
            </a:endParaRPr>
          </a:p>
        </p:txBody>
      </p:sp>
      <p:sp>
        <p:nvSpPr>
          <p:cNvPr id="6244" name="Google Shape;6244;p36"/>
          <p:cNvSpPr txBox="1"/>
          <p:nvPr>
            <p:ph idx="1" type="subTitle"/>
          </p:nvPr>
        </p:nvSpPr>
        <p:spPr>
          <a:xfrm>
            <a:off x="1757700" y="1896425"/>
            <a:ext cx="5628600" cy="118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i="1" lang="en" sz="2200">
                <a:solidFill>
                  <a:schemeClr val="dk2"/>
                </a:solidFill>
              </a:rPr>
              <a:t>ANY QUESTIONS</a:t>
            </a:r>
            <a:r>
              <a:rPr i="1" lang="en" sz="2500">
                <a:solidFill>
                  <a:schemeClr val="dk2"/>
                </a:solidFill>
              </a:rPr>
              <a:t>?</a:t>
            </a:r>
            <a:endParaRPr i="1" sz="2500">
              <a:solidFill>
                <a:schemeClr val="dk2"/>
              </a:solidFill>
            </a:endParaRPr>
          </a:p>
          <a:p>
            <a:pPr indent="0" lvl="0" marL="0" rtl="0" algn="ctr">
              <a:spcBef>
                <a:spcPts val="0"/>
              </a:spcBef>
              <a:spcAft>
                <a:spcPts val="0"/>
              </a:spcAft>
              <a:buNone/>
            </a:pPr>
            <a:r>
              <a:t/>
            </a:r>
            <a:endParaRPr sz="1300">
              <a:solidFill>
                <a:schemeClr val="accent3"/>
              </a:solidFill>
            </a:endParaRPr>
          </a:p>
        </p:txBody>
      </p:sp>
      <p:sp>
        <p:nvSpPr>
          <p:cNvPr id="6245" name="Google Shape;6245;p36"/>
          <p:cNvSpPr/>
          <p:nvPr/>
        </p:nvSpPr>
        <p:spPr>
          <a:xfrm>
            <a:off x="1264402" y="797337"/>
            <a:ext cx="6615196" cy="893351"/>
          </a:xfrm>
          <a:prstGeom prst="rect">
            <a:avLst/>
          </a:prstGeom>
        </p:spPr>
        <p:txBody>
          <a:bodyPr>
            <a:prstTxWarp prst="textPlain"/>
          </a:bodyPr>
          <a:lstStyle/>
          <a:p>
            <a:pPr lvl="0" algn="ctr"/>
            <a:r>
              <a:rPr b="0" i="1">
                <a:ln cap="flat" cmpd="sng" w="38100">
                  <a:solidFill>
                    <a:schemeClr val="accent3"/>
                  </a:solidFill>
                  <a:prstDash val="solid"/>
                  <a:round/>
                  <a:headEnd len="sm" w="sm" type="none"/>
                  <a:tailEnd len="sm" w="sm" type="none"/>
                </a:ln>
                <a:gradFill>
                  <a:gsLst>
                    <a:gs pos="0">
                      <a:schemeClr val="dk2"/>
                    </a:gs>
                    <a:gs pos="25000">
                      <a:schemeClr val="accent2"/>
                    </a:gs>
                    <a:gs pos="41000">
                      <a:schemeClr val="accent1"/>
                    </a:gs>
                    <a:gs pos="66000">
                      <a:srgbClr val="FF3B00"/>
                    </a:gs>
                    <a:gs pos="67000">
                      <a:schemeClr val="accent2"/>
                    </a:gs>
                    <a:gs pos="74000">
                      <a:schemeClr val="dk2"/>
                    </a:gs>
                    <a:gs pos="100000">
                      <a:schemeClr val="lt1"/>
                    </a:gs>
                  </a:gsLst>
                  <a:lin ang="5400700" scaled="0"/>
                </a:gradFill>
                <a:latin typeface="Press Start 2P"/>
              </a:rPr>
              <a:t>THANKS!</a:t>
            </a:r>
          </a:p>
        </p:txBody>
      </p:sp>
      <p:sp>
        <p:nvSpPr>
          <p:cNvPr id="6246" name="Google Shape;6246;p36"/>
          <p:cNvSpPr/>
          <p:nvPr/>
        </p:nvSpPr>
        <p:spPr>
          <a:xfrm flipH="1">
            <a:off x="7666763" y="3999288"/>
            <a:ext cx="73500" cy="7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36"/>
          <p:cNvSpPr/>
          <p:nvPr/>
        </p:nvSpPr>
        <p:spPr>
          <a:xfrm flipH="1">
            <a:off x="1301463" y="2535000"/>
            <a:ext cx="73500" cy="7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8" name="Google Shape;6248;p36"/>
          <p:cNvGrpSpPr/>
          <p:nvPr/>
        </p:nvGrpSpPr>
        <p:grpSpPr>
          <a:xfrm flipH="1">
            <a:off x="988950" y="4022400"/>
            <a:ext cx="178225" cy="178225"/>
            <a:chOff x="6772475" y="3811500"/>
            <a:chExt cx="178225" cy="178225"/>
          </a:xfrm>
        </p:grpSpPr>
        <p:sp>
          <p:nvSpPr>
            <p:cNvPr id="6249" name="Google Shape;6249;p36"/>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36"/>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36"/>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36"/>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36"/>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4" name="Google Shape;6254;p36"/>
          <p:cNvGrpSpPr/>
          <p:nvPr/>
        </p:nvGrpSpPr>
        <p:grpSpPr>
          <a:xfrm>
            <a:off x="758748" y="3080668"/>
            <a:ext cx="638659" cy="538853"/>
            <a:chOff x="758748" y="3080668"/>
            <a:chExt cx="638659" cy="538853"/>
          </a:xfrm>
        </p:grpSpPr>
        <p:grpSp>
          <p:nvGrpSpPr>
            <p:cNvPr id="6255" name="Google Shape;6255;p36"/>
            <p:cNvGrpSpPr/>
            <p:nvPr/>
          </p:nvGrpSpPr>
          <p:grpSpPr>
            <a:xfrm rot="283108">
              <a:off x="777931" y="3104526"/>
              <a:ext cx="600293" cy="491137"/>
              <a:chOff x="3125724" y="3919553"/>
              <a:chExt cx="600289" cy="491134"/>
            </a:xfrm>
          </p:grpSpPr>
          <p:sp>
            <p:nvSpPr>
              <p:cNvPr id="6256" name="Google Shape;6256;p36"/>
              <p:cNvSpPr/>
              <p:nvPr/>
            </p:nvSpPr>
            <p:spPr>
              <a:xfrm>
                <a:off x="3507739" y="4356101"/>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36"/>
              <p:cNvSpPr/>
              <p:nvPr/>
            </p:nvSpPr>
            <p:spPr>
              <a:xfrm>
                <a:off x="3289447" y="435610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36"/>
              <p:cNvSpPr/>
              <p:nvPr/>
            </p:nvSpPr>
            <p:spPr>
              <a:xfrm>
                <a:off x="3562271" y="430155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36"/>
              <p:cNvSpPr/>
              <p:nvPr/>
            </p:nvSpPr>
            <p:spPr>
              <a:xfrm>
                <a:off x="3234861" y="430155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36"/>
              <p:cNvSpPr/>
              <p:nvPr/>
            </p:nvSpPr>
            <p:spPr>
              <a:xfrm>
                <a:off x="3562271" y="4246964"/>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36"/>
              <p:cNvSpPr/>
              <p:nvPr/>
            </p:nvSpPr>
            <p:spPr>
              <a:xfrm>
                <a:off x="3234861"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36"/>
              <p:cNvSpPr/>
              <p:nvPr/>
            </p:nvSpPr>
            <p:spPr>
              <a:xfrm>
                <a:off x="3562271" y="419237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36"/>
              <p:cNvSpPr/>
              <p:nvPr/>
            </p:nvSpPr>
            <p:spPr>
              <a:xfrm>
                <a:off x="3507739" y="419237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36"/>
              <p:cNvSpPr/>
              <p:nvPr/>
            </p:nvSpPr>
            <p:spPr>
              <a:xfrm>
                <a:off x="3453153" y="419237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36"/>
              <p:cNvSpPr/>
              <p:nvPr/>
            </p:nvSpPr>
            <p:spPr>
              <a:xfrm>
                <a:off x="3398566" y="419237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36"/>
              <p:cNvSpPr/>
              <p:nvPr/>
            </p:nvSpPr>
            <p:spPr>
              <a:xfrm>
                <a:off x="3344016" y="419237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36"/>
              <p:cNvSpPr/>
              <p:nvPr/>
            </p:nvSpPr>
            <p:spPr>
              <a:xfrm>
                <a:off x="3289447" y="4192377"/>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36"/>
              <p:cNvSpPr/>
              <p:nvPr/>
            </p:nvSpPr>
            <p:spPr>
              <a:xfrm>
                <a:off x="3234861" y="419237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36"/>
              <p:cNvSpPr/>
              <p:nvPr/>
            </p:nvSpPr>
            <p:spPr>
              <a:xfrm>
                <a:off x="3125724" y="419237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36"/>
              <p:cNvSpPr/>
              <p:nvPr/>
            </p:nvSpPr>
            <p:spPr>
              <a:xfrm>
                <a:off x="3562271" y="4137845"/>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36"/>
              <p:cNvSpPr/>
              <p:nvPr/>
            </p:nvSpPr>
            <p:spPr>
              <a:xfrm>
                <a:off x="3507739" y="4137845"/>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2" name="Google Shape;6272;p36"/>
              <p:cNvSpPr/>
              <p:nvPr/>
            </p:nvSpPr>
            <p:spPr>
              <a:xfrm>
                <a:off x="3289447" y="4137845"/>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36"/>
              <p:cNvSpPr/>
              <p:nvPr/>
            </p:nvSpPr>
            <p:spPr>
              <a:xfrm>
                <a:off x="3234861" y="4137845"/>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36"/>
              <p:cNvSpPr/>
              <p:nvPr/>
            </p:nvSpPr>
            <p:spPr>
              <a:xfrm>
                <a:off x="3125724" y="4137845"/>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36"/>
              <p:cNvSpPr/>
              <p:nvPr/>
            </p:nvSpPr>
            <p:spPr>
              <a:xfrm>
                <a:off x="3616858" y="4083259"/>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36"/>
              <p:cNvSpPr/>
              <p:nvPr/>
            </p:nvSpPr>
            <p:spPr>
              <a:xfrm>
                <a:off x="3562271" y="4083259"/>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36"/>
              <p:cNvSpPr/>
              <p:nvPr/>
            </p:nvSpPr>
            <p:spPr>
              <a:xfrm>
                <a:off x="3507739" y="4083259"/>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36"/>
              <p:cNvSpPr/>
              <p:nvPr/>
            </p:nvSpPr>
            <p:spPr>
              <a:xfrm>
                <a:off x="3453153"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36"/>
              <p:cNvSpPr/>
              <p:nvPr/>
            </p:nvSpPr>
            <p:spPr>
              <a:xfrm>
                <a:off x="3398566"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36"/>
              <p:cNvSpPr/>
              <p:nvPr/>
            </p:nvSpPr>
            <p:spPr>
              <a:xfrm>
                <a:off x="3344016" y="4083259"/>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36"/>
              <p:cNvSpPr/>
              <p:nvPr/>
            </p:nvSpPr>
            <p:spPr>
              <a:xfrm>
                <a:off x="3289447" y="4083259"/>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36"/>
              <p:cNvSpPr/>
              <p:nvPr/>
            </p:nvSpPr>
            <p:spPr>
              <a:xfrm>
                <a:off x="3234861"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36"/>
              <p:cNvSpPr/>
              <p:nvPr/>
            </p:nvSpPr>
            <p:spPr>
              <a:xfrm>
                <a:off x="3180310" y="4083259"/>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36"/>
              <p:cNvSpPr/>
              <p:nvPr/>
            </p:nvSpPr>
            <p:spPr>
              <a:xfrm>
                <a:off x="3125724" y="4083259"/>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36"/>
              <p:cNvSpPr/>
              <p:nvPr/>
            </p:nvSpPr>
            <p:spPr>
              <a:xfrm>
                <a:off x="3671444" y="4028672"/>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36"/>
              <p:cNvSpPr/>
              <p:nvPr/>
            </p:nvSpPr>
            <p:spPr>
              <a:xfrm>
                <a:off x="3616858" y="4028672"/>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36"/>
              <p:cNvSpPr/>
              <p:nvPr/>
            </p:nvSpPr>
            <p:spPr>
              <a:xfrm>
                <a:off x="3562271" y="4028672"/>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36"/>
              <p:cNvSpPr/>
              <p:nvPr/>
            </p:nvSpPr>
            <p:spPr>
              <a:xfrm>
                <a:off x="3507739" y="4028672"/>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36"/>
              <p:cNvSpPr/>
              <p:nvPr/>
            </p:nvSpPr>
            <p:spPr>
              <a:xfrm>
                <a:off x="3289447" y="4028672"/>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36"/>
              <p:cNvSpPr/>
              <p:nvPr/>
            </p:nvSpPr>
            <p:spPr>
              <a:xfrm>
                <a:off x="3234861" y="4028672"/>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36"/>
              <p:cNvSpPr/>
              <p:nvPr/>
            </p:nvSpPr>
            <p:spPr>
              <a:xfrm>
                <a:off x="3180310" y="4028672"/>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36"/>
              <p:cNvSpPr/>
              <p:nvPr/>
            </p:nvSpPr>
            <p:spPr>
              <a:xfrm>
                <a:off x="3671444" y="397412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36"/>
              <p:cNvSpPr/>
              <p:nvPr/>
            </p:nvSpPr>
            <p:spPr>
              <a:xfrm>
                <a:off x="3562271" y="3974122"/>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4" name="Google Shape;6294;p36"/>
              <p:cNvSpPr/>
              <p:nvPr/>
            </p:nvSpPr>
            <p:spPr>
              <a:xfrm>
                <a:off x="3507739" y="3974122"/>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36"/>
              <p:cNvSpPr/>
              <p:nvPr/>
            </p:nvSpPr>
            <p:spPr>
              <a:xfrm>
                <a:off x="3453153" y="397412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36"/>
              <p:cNvSpPr/>
              <p:nvPr/>
            </p:nvSpPr>
            <p:spPr>
              <a:xfrm>
                <a:off x="3398566" y="397412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36"/>
              <p:cNvSpPr/>
              <p:nvPr/>
            </p:nvSpPr>
            <p:spPr>
              <a:xfrm>
                <a:off x="3344016" y="3974122"/>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36"/>
              <p:cNvSpPr/>
              <p:nvPr/>
            </p:nvSpPr>
            <p:spPr>
              <a:xfrm>
                <a:off x="3289447" y="3974122"/>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36"/>
              <p:cNvSpPr/>
              <p:nvPr/>
            </p:nvSpPr>
            <p:spPr>
              <a:xfrm>
                <a:off x="3234861" y="397412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36"/>
              <p:cNvSpPr/>
              <p:nvPr/>
            </p:nvSpPr>
            <p:spPr>
              <a:xfrm>
                <a:off x="3671444" y="391955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36"/>
              <p:cNvSpPr/>
              <p:nvPr/>
            </p:nvSpPr>
            <p:spPr>
              <a:xfrm>
                <a:off x="3507739" y="3919553"/>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36"/>
              <p:cNvSpPr/>
              <p:nvPr/>
            </p:nvSpPr>
            <p:spPr>
              <a:xfrm>
                <a:off x="3398566" y="391955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36"/>
              <p:cNvSpPr/>
              <p:nvPr/>
            </p:nvSpPr>
            <p:spPr>
              <a:xfrm>
                <a:off x="3289447" y="391955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04" name="Google Shape;6304;p36"/>
            <p:cNvSpPr/>
            <p:nvPr/>
          </p:nvSpPr>
          <p:spPr>
            <a:xfrm>
              <a:off x="973925" y="3186125"/>
              <a:ext cx="209700" cy="223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05" name="Google Shape;6305;p36"/>
            <p:cNvGrpSpPr/>
            <p:nvPr/>
          </p:nvGrpSpPr>
          <p:grpSpPr>
            <a:xfrm rot="283108">
              <a:off x="777931" y="3104526"/>
              <a:ext cx="600293" cy="491137"/>
              <a:chOff x="3125724" y="3919553"/>
              <a:chExt cx="600289" cy="491134"/>
            </a:xfrm>
          </p:grpSpPr>
          <p:sp>
            <p:nvSpPr>
              <p:cNvPr id="6306" name="Google Shape;6306;p36"/>
              <p:cNvSpPr/>
              <p:nvPr/>
            </p:nvSpPr>
            <p:spPr>
              <a:xfrm>
                <a:off x="3507739" y="4356101"/>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36"/>
              <p:cNvSpPr/>
              <p:nvPr/>
            </p:nvSpPr>
            <p:spPr>
              <a:xfrm>
                <a:off x="3289447"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36"/>
              <p:cNvSpPr/>
              <p:nvPr/>
            </p:nvSpPr>
            <p:spPr>
              <a:xfrm>
                <a:off x="3562271" y="4301550"/>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36"/>
              <p:cNvSpPr/>
              <p:nvPr/>
            </p:nvSpPr>
            <p:spPr>
              <a:xfrm>
                <a:off x="3234861"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36"/>
              <p:cNvSpPr/>
              <p:nvPr/>
            </p:nvSpPr>
            <p:spPr>
              <a:xfrm>
                <a:off x="3562271" y="4246964"/>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36"/>
              <p:cNvSpPr/>
              <p:nvPr/>
            </p:nvSpPr>
            <p:spPr>
              <a:xfrm>
                <a:off x="3234861" y="4246964"/>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2" name="Google Shape;6312;p36"/>
              <p:cNvSpPr/>
              <p:nvPr/>
            </p:nvSpPr>
            <p:spPr>
              <a:xfrm>
                <a:off x="3562271" y="4192377"/>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36"/>
              <p:cNvSpPr/>
              <p:nvPr/>
            </p:nvSpPr>
            <p:spPr>
              <a:xfrm>
                <a:off x="3507739" y="4192377"/>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36"/>
              <p:cNvSpPr/>
              <p:nvPr/>
            </p:nvSpPr>
            <p:spPr>
              <a:xfrm>
                <a:off x="3453153" y="4192377"/>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36"/>
              <p:cNvSpPr/>
              <p:nvPr/>
            </p:nvSpPr>
            <p:spPr>
              <a:xfrm>
                <a:off x="3398566" y="4192377"/>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36"/>
              <p:cNvSpPr/>
              <p:nvPr/>
            </p:nvSpPr>
            <p:spPr>
              <a:xfrm>
                <a:off x="3344016" y="419237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36"/>
              <p:cNvSpPr/>
              <p:nvPr/>
            </p:nvSpPr>
            <p:spPr>
              <a:xfrm>
                <a:off x="3289447" y="4192377"/>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36"/>
              <p:cNvSpPr/>
              <p:nvPr/>
            </p:nvSpPr>
            <p:spPr>
              <a:xfrm>
                <a:off x="3234861" y="419237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36"/>
              <p:cNvSpPr/>
              <p:nvPr/>
            </p:nvSpPr>
            <p:spPr>
              <a:xfrm>
                <a:off x="3125724" y="4192377"/>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0" name="Google Shape;6320;p36"/>
              <p:cNvSpPr/>
              <p:nvPr/>
            </p:nvSpPr>
            <p:spPr>
              <a:xfrm>
                <a:off x="3562271" y="4137845"/>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36"/>
              <p:cNvSpPr/>
              <p:nvPr/>
            </p:nvSpPr>
            <p:spPr>
              <a:xfrm>
                <a:off x="3507739" y="4137845"/>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36"/>
              <p:cNvSpPr/>
              <p:nvPr/>
            </p:nvSpPr>
            <p:spPr>
              <a:xfrm>
                <a:off x="3289447" y="4137845"/>
                <a:ext cx="54586" cy="54550"/>
              </a:xfrm>
              <a:custGeom>
                <a:rect b="b" l="l" r="r" t="t"/>
                <a:pathLst>
                  <a:path extrusionOk="0" h="3018" w="3020">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36"/>
              <p:cNvSpPr/>
              <p:nvPr/>
            </p:nvSpPr>
            <p:spPr>
              <a:xfrm>
                <a:off x="3234861"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36"/>
              <p:cNvSpPr/>
              <p:nvPr/>
            </p:nvSpPr>
            <p:spPr>
              <a:xfrm>
                <a:off x="3125724" y="4137845"/>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5" name="Google Shape;6325;p36"/>
              <p:cNvSpPr/>
              <p:nvPr/>
            </p:nvSpPr>
            <p:spPr>
              <a:xfrm>
                <a:off x="3616858"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36"/>
              <p:cNvSpPr/>
              <p:nvPr/>
            </p:nvSpPr>
            <p:spPr>
              <a:xfrm>
                <a:off x="3562271"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36"/>
              <p:cNvSpPr/>
              <p:nvPr/>
            </p:nvSpPr>
            <p:spPr>
              <a:xfrm>
                <a:off x="3507739" y="4083259"/>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36"/>
              <p:cNvSpPr/>
              <p:nvPr/>
            </p:nvSpPr>
            <p:spPr>
              <a:xfrm>
                <a:off x="3453153"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36"/>
              <p:cNvSpPr/>
              <p:nvPr/>
            </p:nvSpPr>
            <p:spPr>
              <a:xfrm>
                <a:off x="339856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0" name="Google Shape;6330;p36"/>
              <p:cNvSpPr/>
              <p:nvPr/>
            </p:nvSpPr>
            <p:spPr>
              <a:xfrm>
                <a:off x="3344016"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36"/>
              <p:cNvSpPr/>
              <p:nvPr/>
            </p:nvSpPr>
            <p:spPr>
              <a:xfrm>
                <a:off x="3289447"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36"/>
              <p:cNvSpPr/>
              <p:nvPr/>
            </p:nvSpPr>
            <p:spPr>
              <a:xfrm>
                <a:off x="3234861"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36"/>
              <p:cNvSpPr/>
              <p:nvPr/>
            </p:nvSpPr>
            <p:spPr>
              <a:xfrm>
                <a:off x="31803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36"/>
              <p:cNvSpPr/>
              <p:nvPr/>
            </p:nvSpPr>
            <p:spPr>
              <a:xfrm>
                <a:off x="3125724"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36"/>
              <p:cNvSpPr/>
              <p:nvPr/>
            </p:nvSpPr>
            <p:spPr>
              <a:xfrm>
                <a:off x="3671444" y="4028672"/>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36"/>
              <p:cNvSpPr/>
              <p:nvPr/>
            </p:nvSpPr>
            <p:spPr>
              <a:xfrm>
                <a:off x="3616858" y="4028672"/>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36"/>
              <p:cNvSpPr/>
              <p:nvPr/>
            </p:nvSpPr>
            <p:spPr>
              <a:xfrm>
                <a:off x="3562271" y="4028672"/>
                <a:ext cx="54605" cy="54605"/>
              </a:xfrm>
              <a:custGeom>
                <a:rect b="b" l="l" r="r" t="t"/>
                <a:pathLst>
                  <a:path extrusionOk="0" h="3021"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36"/>
              <p:cNvSpPr/>
              <p:nvPr/>
            </p:nvSpPr>
            <p:spPr>
              <a:xfrm>
                <a:off x="3507739" y="4028672"/>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36"/>
              <p:cNvSpPr/>
              <p:nvPr/>
            </p:nvSpPr>
            <p:spPr>
              <a:xfrm>
                <a:off x="3289447" y="4028672"/>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36"/>
              <p:cNvSpPr/>
              <p:nvPr/>
            </p:nvSpPr>
            <p:spPr>
              <a:xfrm>
                <a:off x="3234861" y="4028672"/>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36"/>
              <p:cNvSpPr/>
              <p:nvPr/>
            </p:nvSpPr>
            <p:spPr>
              <a:xfrm>
                <a:off x="3180310" y="4028672"/>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36"/>
              <p:cNvSpPr/>
              <p:nvPr/>
            </p:nvSpPr>
            <p:spPr>
              <a:xfrm>
                <a:off x="3671444" y="3974122"/>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36"/>
              <p:cNvSpPr/>
              <p:nvPr/>
            </p:nvSpPr>
            <p:spPr>
              <a:xfrm>
                <a:off x="3562271" y="3974122"/>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36"/>
              <p:cNvSpPr/>
              <p:nvPr/>
            </p:nvSpPr>
            <p:spPr>
              <a:xfrm>
                <a:off x="3507739" y="3974122"/>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36"/>
              <p:cNvSpPr/>
              <p:nvPr/>
            </p:nvSpPr>
            <p:spPr>
              <a:xfrm>
                <a:off x="3453153" y="397412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36"/>
              <p:cNvSpPr/>
              <p:nvPr/>
            </p:nvSpPr>
            <p:spPr>
              <a:xfrm>
                <a:off x="3398566" y="397412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36"/>
              <p:cNvSpPr/>
              <p:nvPr/>
            </p:nvSpPr>
            <p:spPr>
              <a:xfrm>
                <a:off x="3344016" y="3974122"/>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36"/>
              <p:cNvSpPr/>
              <p:nvPr/>
            </p:nvSpPr>
            <p:spPr>
              <a:xfrm>
                <a:off x="3289447" y="3974122"/>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36"/>
              <p:cNvSpPr/>
              <p:nvPr/>
            </p:nvSpPr>
            <p:spPr>
              <a:xfrm>
                <a:off x="3234861" y="3974122"/>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36"/>
              <p:cNvSpPr/>
              <p:nvPr/>
            </p:nvSpPr>
            <p:spPr>
              <a:xfrm>
                <a:off x="3671444" y="3919553"/>
                <a:ext cx="54568" cy="54586"/>
              </a:xfrm>
              <a:custGeom>
                <a:rect b="b" l="l" r="r" t="t"/>
                <a:pathLst>
                  <a:path extrusionOk="0" h="3020"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36"/>
              <p:cNvSpPr/>
              <p:nvPr/>
            </p:nvSpPr>
            <p:spPr>
              <a:xfrm>
                <a:off x="3507739" y="3919553"/>
                <a:ext cx="54550" cy="54586"/>
              </a:xfrm>
              <a:custGeom>
                <a:rect b="b" l="l" r="r" t="t"/>
                <a:pathLst>
                  <a:path extrusionOk="0" h="3020"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2" name="Google Shape;6352;p36"/>
              <p:cNvSpPr/>
              <p:nvPr/>
            </p:nvSpPr>
            <p:spPr>
              <a:xfrm>
                <a:off x="3398566" y="3919553"/>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3" name="Google Shape;6353;p36"/>
              <p:cNvSpPr/>
              <p:nvPr/>
            </p:nvSpPr>
            <p:spPr>
              <a:xfrm>
                <a:off x="3289447" y="391955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54" name="Google Shape;6354;p36"/>
          <p:cNvGrpSpPr/>
          <p:nvPr/>
        </p:nvGrpSpPr>
        <p:grpSpPr>
          <a:xfrm>
            <a:off x="6478752" y="2698672"/>
            <a:ext cx="436565" cy="381997"/>
            <a:chOff x="6316827" y="2820597"/>
            <a:chExt cx="436565" cy="381997"/>
          </a:xfrm>
        </p:grpSpPr>
        <p:grpSp>
          <p:nvGrpSpPr>
            <p:cNvPr id="6355" name="Google Shape;6355;p36"/>
            <p:cNvGrpSpPr/>
            <p:nvPr/>
          </p:nvGrpSpPr>
          <p:grpSpPr>
            <a:xfrm>
              <a:off x="6316827" y="2820597"/>
              <a:ext cx="436565" cy="381997"/>
              <a:chOff x="4278927" y="3974122"/>
              <a:chExt cx="436565" cy="381997"/>
            </a:xfrm>
          </p:grpSpPr>
          <p:sp>
            <p:nvSpPr>
              <p:cNvPr id="6356" name="Google Shape;6356;p36"/>
              <p:cNvSpPr/>
              <p:nvPr/>
            </p:nvSpPr>
            <p:spPr>
              <a:xfrm>
                <a:off x="4660888" y="4301550"/>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36"/>
              <p:cNvSpPr/>
              <p:nvPr/>
            </p:nvSpPr>
            <p:spPr>
              <a:xfrm>
                <a:off x="4278927" y="4301550"/>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36"/>
              <p:cNvSpPr/>
              <p:nvPr/>
            </p:nvSpPr>
            <p:spPr>
              <a:xfrm>
                <a:off x="4606356" y="4246964"/>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36"/>
              <p:cNvSpPr/>
              <p:nvPr/>
            </p:nvSpPr>
            <p:spPr>
              <a:xfrm>
                <a:off x="4551769"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36"/>
              <p:cNvSpPr/>
              <p:nvPr/>
            </p:nvSpPr>
            <p:spPr>
              <a:xfrm>
                <a:off x="4497183" y="4246964"/>
                <a:ext cx="54605" cy="54605"/>
              </a:xfrm>
              <a:custGeom>
                <a:rect b="b" l="l" r="r" t="t"/>
                <a:pathLst>
                  <a:path extrusionOk="0" h="3021" w="3021">
                    <a:moveTo>
                      <a:pt x="1" y="1"/>
                    </a:moveTo>
                    <a:lnTo>
                      <a:pt x="1"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36"/>
              <p:cNvSpPr/>
              <p:nvPr/>
            </p:nvSpPr>
            <p:spPr>
              <a:xfrm>
                <a:off x="4442650" y="4246964"/>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36"/>
              <p:cNvSpPr/>
              <p:nvPr/>
            </p:nvSpPr>
            <p:spPr>
              <a:xfrm>
                <a:off x="4388064"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36"/>
              <p:cNvSpPr/>
              <p:nvPr/>
            </p:nvSpPr>
            <p:spPr>
              <a:xfrm>
                <a:off x="4333477"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36"/>
              <p:cNvSpPr/>
              <p:nvPr/>
            </p:nvSpPr>
            <p:spPr>
              <a:xfrm>
                <a:off x="4660888" y="419237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36"/>
              <p:cNvSpPr/>
              <p:nvPr/>
            </p:nvSpPr>
            <p:spPr>
              <a:xfrm>
                <a:off x="4606356" y="4192377"/>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36"/>
              <p:cNvSpPr/>
              <p:nvPr/>
            </p:nvSpPr>
            <p:spPr>
              <a:xfrm>
                <a:off x="4333477" y="419237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36"/>
              <p:cNvSpPr/>
              <p:nvPr/>
            </p:nvSpPr>
            <p:spPr>
              <a:xfrm>
                <a:off x="4278927" y="4192377"/>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36"/>
              <p:cNvSpPr/>
              <p:nvPr/>
            </p:nvSpPr>
            <p:spPr>
              <a:xfrm>
                <a:off x="4660888" y="4137845"/>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36"/>
              <p:cNvSpPr/>
              <p:nvPr/>
            </p:nvSpPr>
            <p:spPr>
              <a:xfrm>
                <a:off x="4606356" y="4137845"/>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36"/>
              <p:cNvSpPr/>
              <p:nvPr/>
            </p:nvSpPr>
            <p:spPr>
              <a:xfrm>
                <a:off x="4551769" y="4137845"/>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36"/>
              <p:cNvSpPr/>
              <p:nvPr/>
            </p:nvSpPr>
            <p:spPr>
              <a:xfrm>
                <a:off x="4497183" y="4137845"/>
                <a:ext cx="54605" cy="54550"/>
              </a:xfrm>
              <a:custGeom>
                <a:rect b="b" l="l" r="r" t="t"/>
                <a:pathLst>
                  <a:path extrusionOk="0" h="3018" w="3021">
                    <a:moveTo>
                      <a:pt x="1" y="0"/>
                    </a:moveTo>
                    <a:lnTo>
                      <a:pt x="1"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36"/>
              <p:cNvSpPr/>
              <p:nvPr/>
            </p:nvSpPr>
            <p:spPr>
              <a:xfrm>
                <a:off x="4442650" y="4137845"/>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36"/>
              <p:cNvSpPr/>
              <p:nvPr/>
            </p:nvSpPr>
            <p:spPr>
              <a:xfrm>
                <a:off x="4388064" y="4137845"/>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36"/>
              <p:cNvSpPr/>
              <p:nvPr/>
            </p:nvSpPr>
            <p:spPr>
              <a:xfrm>
                <a:off x="4333477" y="4137845"/>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36"/>
              <p:cNvSpPr/>
              <p:nvPr/>
            </p:nvSpPr>
            <p:spPr>
              <a:xfrm>
                <a:off x="4278927" y="4137845"/>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36"/>
              <p:cNvSpPr/>
              <p:nvPr/>
            </p:nvSpPr>
            <p:spPr>
              <a:xfrm>
                <a:off x="4606356" y="4083259"/>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36"/>
              <p:cNvSpPr/>
              <p:nvPr/>
            </p:nvSpPr>
            <p:spPr>
              <a:xfrm>
                <a:off x="4497183" y="4083259"/>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36"/>
              <p:cNvSpPr/>
              <p:nvPr/>
            </p:nvSpPr>
            <p:spPr>
              <a:xfrm>
                <a:off x="4442650" y="4083259"/>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36"/>
              <p:cNvSpPr/>
              <p:nvPr/>
            </p:nvSpPr>
            <p:spPr>
              <a:xfrm>
                <a:off x="4333477"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36"/>
              <p:cNvSpPr/>
              <p:nvPr/>
            </p:nvSpPr>
            <p:spPr>
              <a:xfrm>
                <a:off x="4606356" y="4028672"/>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36"/>
              <p:cNvSpPr/>
              <p:nvPr/>
            </p:nvSpPr>
            <p:spPr>
              <a:xfrm>
                <a:off x="4551769" y="4028672"/>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36"/>
              <p:cNvSpPr/>
              <p:nvPr/>
            </p:nvSpPr>
            <p:spPr>
              <a:xfrm>
                <a:off x="4497183" y="4028672"/>
                <a:ext cx="54605" cy="54605"/>
              </a:xfrm>
              <a:custGeom>
                <a:rect b="b" l="l" r="r" t="t"/>
                <a:pathLst>
                  <a:path extrusionOk="0" h="3021" w="3021">
                    <a:moveTo>
                      <a:pt x="1" y="0"/>
                    </a:moveTo>
                    <a:lnTo>
                      <a:pt x="1"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36"/>
              <p:cNvSpPr/>
              <p:nvPr/>
            </p:nvSpPr>
            <p:spPr>
              <a:xfrm>
                <a:off x="4442650" y="4028672"/>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36"/>
              <p:cNvSpPr/>
              <p:nvPr/>
            </p:nvSpPr>
            <p:spPr>
              <a:xfrm>
                <a:off x="4388064" y="4028672"/>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36"/>
              <p:cNvSpPr/>
              <p:nvPr/>
            </p:nvSpPr>
            <p:spPr>
              <a:xfrm>
                <a:off x="4333477" y="4028672"/>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36"/>
              <p:cNvSpPr/>
              <p:nvPr/>
            </p:nvSpPr>
            <p:spPr>
              <a:xfrm>
                <a:off x="4551769" y="397412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36"/>
              <p:cNvSpPr/>
              <p:nvPr/>
            </p:nvSpPr>
            <p:spPr>
              <a:xfrm>
                <a:off x="4388064" y="3974122"/>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88" name="Google Shape;6388;p36"/>
            <p:cNvSpPr/>
            <p:nvPr/>
          </p:nvSpPr>
          <p:spPr>
            <a:xfrm>
              <a:off x="6419850" y="2928950"/>
              <a:ext cx="238200" cy="17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9" name="Google Shape;6389;p36"/>
            <p:cNvGrpSpPr/>
            <p:nvPr/>
          </p:nvGrpSpPr>
          <p:grpSpPr>
            <a:xfrm>
              <a:off x="6316827" y="2820597"/>
              <a:ext cx="436565" cy="381997"/>
              <a:chOff x="4278927" y="3974122"/>
              <a:chExt cx="436565" cy="381997"/>
            </a:xfrm>
          </p:grpSpPr>
          <p:sp>
            <p:nvSpPr>
              <p:cNvPr id="6390" name="Google Shape;6390;p36"/>
              <p:cNvSpPr/>
              <p:nvPr/>
            </p:nvSpPr>
            <p:spPr>
              <a:xfrm>
                <a:off x="4660888" y="4301550"/>
                <a:ext cx="54605" cy="54568"/>
              </a:xfrm>
              <a:custGeom>
                <a:rect b="b" l="l" r="r" t="t"/>
                <a:pathLst>
                  <a:path extrusionOk="0" h="3019" w="3021">
                    <a:moveTo>
                      <a:pt x="1" y="1"/>
                    </a:moveTo>
                    <a:lnTo>
                      <a:pt x="1" y="3018"/>
                    </a:lnTo>
                    <a:lnTo>
                      <a:pt x="3021" y="3018"/>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36"/>
              <p:cNvSpPr/>
              <p:nvPr/>
            </p:nvSpPr>
            <p:spPr>
              <a:xfrm>
                <a:off x="4278927" y="4301550"/>
                <a:ext cx="54568" cy="54568"/>
              </a:xfrm>
              <a:custGeom>
                <a:rect b="b" l="l" r="r" t="t"/>
                <a:pathLst>
                  <a:path extrusionOk="0" h="3019" w="3019">
                    <a:moveTo>
                      <a:pt x="1" y="1"/>
                    </a:moveTo>
                    <a:lnTo>
                      <a:pt x="1" y="3018"/>
                    </a:lnTo>
                    <a:lnTo>
                      <a:pt x="3018" y="3018"/>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36"/>
              <p:cNvSpPr/>
              <p:nvPr/>
            </p:nvSpPr>
            <p:spPr>
              <a:xfrm>
                <a:off x="4606356"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36"/>
              <p:cNvSpPr/>
              <p:nvPr/>
            </p:nvSpPr>
            <p:spPr>
              <a:xfrm>
                <a:off x="4551769"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36"/>
              <p:cNvSpPr/>
              <p:nvPr/>
            </p:nvSpPr>
            <p:spPr>
              <a:xfrm>
                <a:off x="4497183" y="4246964"/>
                <a:ext cx="54605" cy="54605"/>
              </a:xfrm>
              <a:custGeom>
                <a:rect b="b" l="l" r="r" t="t"/>
                <a:pathLst>
                  <a:path extrusionOk="0" h="3021" w="3021">
                    <a:moveTo>
                      <a:pt x="1" y="1"/>
                    </a:moveTo>
                    <a:lnTo>
                      <a:pt x="1"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36"/>
              <p:cNvSpPr/>
              <p:nvPr/>
            </p:nvSpPr>
            <p:spPr>
              <a:xfrm>
                <a:off x="4442650"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36"/>
              <p:cNvSpPr/>
              <p:nvPr/>
            </p:nvSpPr>
            <p:spPr>
              <a:xfrm>
                <a:off x="4388064"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7" name="Google Shape;6397;p36"/>
              <p:cNvSpPr/>
              <p:nvPr/>
            </p:nvSpPr>
            <p:spPr>
              <a:xfrm>
                <a:off x="4333477"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8" name="Google Shape;6398;p36"/>
              <p:cNvSpPr/>
              <p:nvPr/>
            </p:nvSpPr>
            <p:spPr>
              <a:xfrm>
                <a:off x="4660888" y="4192377"/>
                <a:ext cx="54605" cy="54605"/>
              </a:xfrm>
              <a:custGeom>
                <a:rect b="b" l="l" r="r" t="t"/>
                <a:pathLst>
                  <a:path extrusionOk="0" h="3021" w="3021">
                    <a:moveTo>
                      <a:pt x="1" y="1"/>
                    </a:moveTo>
                    <a:lnTo>
                      <a:pt x="1" y="3021"/>
                    </a:lnTo>
                    <a:lnTo>
                      <a:pt x="3021" y="3021"/>
                    </a:lnTo>
                    <a:lnTo>
                      <a:pt x="3021"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36"/>
              <p:cNvSpPr/>
              <p:nvPr/>
            </p:nvSpPr>
            <p:spPr>
              <a:xfrm>
                <a:off x="4606356" y="4192377"/>
                <a:ext cx="54550" cy="54605"/>
              </a:xfrm>
              <a:custGeom>
                <a:rect b="b" l="l" r="r" t="t"/>
                <a:pathLst>
                  <a:path extrusionOk="0" h="3021" w="3018">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36"/>
              <p:cNvSpPr/>
              <p:nvPr/>
            </p:nvSpPr>
            <p:spPr>
              <a:xfrm>
                <a:off x="4333477" y="4192377"/>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36"/>
              <p:cNvSpPr/>
              <p:nvPr/>
            </p:nvSpPr>
            <p:spPr>
              <a:xfrm>
                <a:off x="4278927" y="4192377"/>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36"/>
              <p:cNvSpPr/>
              <p:nvPr/>
            </p:nvSpPr>
            <p:spPr>
              <a:xfrm>
                <a:off x="4660888" y="4137845"/>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36"/>
              <p:cNvSpPr/>
              <p:nvPr/>
            </p:nvSpPr>
            <p:spPr>
              <a:xfrm>
                <a:off x="4606356" y="4137845"/>
                <a:ext cx="54550" cy="54550"/>
              </a:xfrm>
              <a:custGeom>
                <a:rect b="b" l="l" r="r" t="t"/>
                <a:pathLst>
                  <a:path extrusionOk="0" h="3018" w="3018">
                    <a:moveTo>
                      <a:pt x="0" y="0"/>
                    </a:moveTo>
                    <a:lnTo>
                      <a:pt x="0" y="3018"/>
                    </a:lnTo>
                    <a:lnTo>
                      <a:pt x="3018" y="3018"/>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36"/>
              <p:cNvSpPr/>
              <p:nvPr/>
            </p:nvSpPr>
            <p:spPr>
              <a:xfrm>
                <a:off x="4551769"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5" name="Google Shape;6405;p36"/>
              <p:cNvSpPr/>
              <p:nvPr/>
            </p:nvSpPr>
            <p:spPr>
              <a:xfrm>
                <a:off x="4497183" y="4137845"/>
                <a:ext cx="54605" cy="54550"/>
              </a:xfrm>
              <a:custGeom>
                <a:rect b="b" l="l" r="r" t="t"/>
                <a:pathLst>
                  <a:path extrusionOk="0" h="3018" w="3021">
                    <a:moveTo>
                      <a:pt x="1" y="0"/>
                    </a:moveTo>
                    <a:lnTo>
                      <a:pt x="1" y="3018"/>
                    </a:lnTo>
                    <a:lnTo>
                      <a:pt x="3020" y="3018"/>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36"/>
              <p:cNvSpPr/>
              <p:nvPr/>
            </p:nvSpPr>
            <p:spPr>
              <a:xfrm>
                <a:off x="4442650" y="4137845"/>
                <a:ext cx="54550" cy="54550"/>
              </a:xfrm>
              <a:custGeom>
                <a:rect b="b" l="l" r="r" t="t"/>
                <a:pathLst>
                  <a:path extrusionOk="0" h="3018" w="3018">
                    <a:moveTo>
                      <a:pt x="0" y="0"/>
                    </a:moveTo>
                    <a:lnTo>
                      <a:pt x="0" y="3018"/>
                    </a:lnTo>
                    <a:lnTo>
                      <a:pt x="3018" y="3018"/>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36"/>
              <p:cNvSpPr/>
              <p:nvPr/>
            </p:nvSpPr>
            <p:spPr>
              <a:xfrm>
                <a:off x="4388064" y="4137845"/>
                <a:ext cx="54605" cy="54550"/>
              </a:xfrm>
              <a:custGeom>
                <a:rect b="b" l="l" r="r" t="t"/>
                <a:pathLst>
                  <a:path extrusionOk="0" h="3018" w="3021">
                    <a:moveTo>
                      <a:pt x="0" y="0"/>
                    </a:moveTo>
                    <a:lnTo>
                      <a:pt x="0" y="3018"/>
                    </a:lnTo>
                    <a:lnTo>
                      <a:pt x="3020" y="3018"/>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36"/>
              <p:cNvSpPr/>
              <p:nvPr/>
            </p:nvSpPr>
            <p:spPr>
              <a:xfrm>
                <a:off x="4333477" y="4137845"/>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36"/>
              <p:cNvSpPr/>
              <p:nvPr/>
            </p:nvSpPr>
            <p:spPr>
              <a:xfrm>
                <a:off x="4278927" y="4137845"/>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36"/>
              <p:cNvSpPr/>
              <p:nvPr/>
            </p:nvSpPr>
            <p:spPr>
              <a:xfrm>
                <a:off x="4606356" y="4083259"/>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36"/>
              <p:cNvSpPr/>
              <p:nvPr/>
            </p:nvSpPr>
            <p:spPr>
              <a:xfrm>
                <a:off x="4497183" y="4083259"/>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36"/>
              <p:cNvSpPr/>
              <p:nvPr/>
            </p:nvSpPr>
            <p:spPr>
              <a:xfrm>
                <a:off x="4442650" y="4083259"/>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36"/>
              <p:cNvSpPr/>
              <p:nvPr/>
            </p:nvSpPr>
            <p:spPr>
              <a:xfrm>
                <a:off x="4333477"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36"/>
              <p:cNvSpPr/>
              <p:nvPr/>
            </p:nvSpPr>
            <p:spPr>
              <a:xfrm>
                <a:off x="4606356" y="4028672"/>
                <a:ext cx="54550" cy="54605"/>
              </a:xfrm>
              <a:custGeom>
                <a:rect b="b" l="l" r="r" t="t"/>
                <a:pathLst>
                  <a:path extrusionOk="0" h="3021" w="3018">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36"/>
              <p:cNvSpPr/>
              <p:nvPr/>
            </p:nvSpPr>
            <p:spPr>
              <a:xfrm>
                <a:off x="4551769"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6" name="Google Shape;6416;p36"/>
              <p:cNvSpPr/>
              <p:nvPr/>
            </p:nvSpPr>
            <p:spPr>
              <a:xfrm>
                <a:off x="4497183" y="4028672"/>
                <a:ext cx="54605" cy="54605"/>
              </a:xfrm>
              <a:custGeom>
                <a:rect b="b" l="l" r="r" t="t"/>
                <a:pathLst>
                  <a:path extrusionOk="0" h="3021" w="3021">
                    <a:moveTo>
                      <a:pt x="1" y="0"/>
                    </a:moveTo>
                    <a:lnTo>
                      <a:pt x="1" y="3020"/>
                    </a:lnTo>
                    <a:lnTo>
                      <a:pt x="3020" y="3020"/>
                    </a:lnTo>
                    <a:lnTo>
                      <a:pt x="3020"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36"/>
              <p:cNvSpPr/>
              <p:nvPr/>
            </p:nvSpPr>
            <p:spPr>
              <a:xfrm>
                <a:off x="4442650" y="4028672"/>
                <a:ext cx="54550" cy="54605"/>
              </a:xfrm>
              <a:custGeom>
                <a:rect b="b" l="l" r="r" t="t"/>
                <a:pathLst>
                  <a:path extrusionOk="0" h="3021" w="3018">
                    <a:moveTo>
                      <a:pt x="0" y="0"/>
                    </a:moveTo>
                    <a:lnTo>
                      <a:pt x="0" y="3020"/>
                    </a:lnTo>
                    <a:lnTo>
                      <a:pt x="3018" y="3020"/>
                    </a:lnTo>
                    <a:lnTo>
                      <a:pt x="3018"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36"/>
              <p:cNvSpPr/>
              <p:nvPr/>
            </p:nvSpPr>
            <p:spPr>
              <a:xfrm>
                <a:off x="4388064" y="4028672"/>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36"/>
              <p:cNvSpPr/>
              <p:nvPr/>
            </p:nvSpPr>
            <p:spPr>
              <a:xfrm>
                <a:off x="4333477" y="4028672"/>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36"/>
              <p:cNvSpPr/>
              <p:nvPr/>
            </p:nvSpPr>
            <p:spPr>
              <a:xfrm>
                <a:off x="4551769"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36"/>
              <p:cNvSpPr/>
              <p:nvPr/>
            </p:nvSpPr>
            <p:spPr>
              <a:xfrm>
                <a:off x="4388064" y="3974122"/>
                <a:ext cx="54605" cy="54568"/>
              </a:xfrm>
              <a:custGeom>
                <a:rect b="b" l="l" r="r" t="t"/>
                <a:pathLst>
                  <a:path extrusionOk="0" h="3019" w="3021">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22" name="Google Shape;6422;p36"/>
          <p:cNvSpPr/>
          <p:nvPr/>
        </p:nvSpPr>
        <p:spPr>
          <a:xfrm flipH="1">
            <a:off x="2338863" y="2747100"/>
            <a:ext cx="73500" cy="7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3" name="Google Shape;6423;p36"/>
          <p:cNvGrpSpPr/>
          <p:nvPr/>
        </p:nvGrpSpPr>
        <p:grpSpPr>
          <a:xfrm>
            <a:off x="477279" y="1154341"/>
            <a:ext cx="600271" cy="491134"/>
            <a:chOff x="477279" y="1154341"/>
            <a:chExt cx="600271" cy="491134"/>
          </a:xfrm>
        </p:grpSpPr>
        <p:grpSp>
          <p:nvGrpSpPr>
            <p:cNvPr id="6424" name="Google Shape;6424;p36"/>
            <p:cNvGrpSpPr/>
            <p:nvPr/>
          </p:nvGrpSpPr>
          <p:grpSpPr>
            <a:xfrm>
              <a:off x="477279" y="1154341"/>
              <a:ext cx="600271" cy="491134"/>
              <a:chOff x="983041" y="3919553"/>
              <a:chExt cx="600271" cy="491134"/>
            </a:xfrm>
          </p:grpSpPr>
          <p:sp>
            <p:nvSpPr>
              <p:cNvPr id="6425" name="Google Shape;6425;p36"/>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36"/>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36"/>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36"/>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36"/>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36"/>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36"/>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36"/>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3" name="Google Shape;6433;p36"/>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4" name="Google Shape;6434;p36"/>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36"/>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36"/>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36"/>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36"/>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36"/>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36"/>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36"/>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36"/>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36"/>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36"/>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36"/>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6" name="Google Shape;6446;p36"/>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36"/>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36"/>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36"/>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36"/>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36"/>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36"/>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36"/>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4" name="Google Shape;6454;p36"/>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36"/>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36"/>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36"/>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36"/>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36"/>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36"/>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1" name="Google Shape;6461;p36"/>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2" name="Google Shape;6462;p36"/>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36"/>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36"/>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36"/>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6" name="Google Shape;6466;p36"/>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36"/>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36"/>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36"/>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36"/>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36"/>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36"/>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36"/>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4" name="Google Shape;6474;p36"/>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36"/>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36"/>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36"/>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36"/>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36"/>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36"/>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81" name="Google Shape;6481;p36"/>
            <p:cNvSpPr/>
            <p:nvPr/>
          </p:nvSpPr>
          <p:spPr>
            <a:xfrm>
              <a:off x="683425" y="1297775"/>
              <a:ext cx="245400" cy="195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82" name="Google Shape;6482;p36"/>
            <p:cNvGrpSpPr/>
            <p:nvPr/>
          </p:nvGrpSpPr>
          <p:grpSpPr>
            <a:xfrm>
              <a:off x="477279" y="1154341"/>
              <a:ext cx="600271" cy="491134"/>
              <a:chOff x="983041" y="3919553"/>
              <a:chExt cx="600271" cy="491134"/>
            </a:xfrm>
          </p:grpSpPr>
          <p:sp>
            <p:nvSpPr>
              <p:cNvPr id="6483" name="Google Shape;6483;p36"/>
              <p:cNvSpPr/>
              <p:nvPr/>
            </p:nvSpPr>
            <p:spPr>
              <a:xfrm>
                <a:off x="1528744"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36"/>
              <p:cNvSpPr/>
              <p:nvPr/>
            </p:nvSpPr>
            <p:spPr>
              <a:xfrm>
                <a:off x="1474157" y="4356101"/>
                <a:ext cx="54605" cy="54586"/>
              </a:xfrm>
              <a:custGeom>
                <a:rect b="b" l="l" r="r" t="t"/>
                <a:pathLst>
                  <a:path extrusionOk="0" h="3020" w="3021">
                    <a:moveTo>
                      <a:pt x="1" y="0"/>
                    </a:moveTo>
                    <a:lnTo>
                      <a:pt x="1" y="3020"/>
                    </a:lnTo>
                    <a:lnTo>
                      <a:pt x="3021" y="3020"/>
                    </a:lnTo>
                    <a:lnTo>
                      <a:pt x="302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36"/>
              <p:cNvSpPr/>
              <p:nvPr/>
            </p:nvSpPr>
            <p:spPr>
              <a:xfrm>
                <a:off x="1419589"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36"/>
              <p:cNvSpPr/>
              <p:nvPr/>
            </p:nvSpPr>
            <p:spPr>
              <a:xfrm>
                <a:off x="1365038" y="4356101"/>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36"/>
              <p:cNvSpPr/>
              <p:nvPr/>
            </p:nvSpPr>
            <p:spPr>
              <a:xfrm>
                <a:off x="1146746"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36"/>
              <p:cNvSpPr/>
              <p:nvPr/>
            </p:nvSpPr>
            <p:spPr>
              <a:xfrm>
                <a:off x="1092160" y="4356101"/>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36"/>
              <p:cNvSpPr/>
              <p:nvPr/>
            </p:nvSpPr>
            <p:spPr>
              <a:xfrm>
                <a:off x="1037610" y="4356101"/>
                <a:ext cx="54568" cy="54586"/>
              </a:xfrm>
              <a:custGeom>
                <a:rect b="b" l="l" r="r" t="t"/>
                <a:pathLst>
                  <a:path extrusionOk="0" h="3020"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36"/>
              <p:cNvSpPr/>
              <p:nvPr/>
            </p:nvSpPr>
            <p:spPr>
              <a:xfrm>
                <a:off x="983041" y="4356101"/>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36"/>
              <p:cNvSpPr/>
              <p:nvPr/>
            </p:nvSpPr>
            <p:spPr>
              <a:xfrm>
                <a:off x="1419589" y="4301550"/>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36"/>
              <p:cNvSpPr/>
              <p:nvPr/>
            </p:nvSpPr>
            <p:spPr>
              <a:xfrm>
                <a:off x="1092160" y="4301550"/>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36"/>
              <p:cNvSpPr/>
              <p:nvPr/>
            </p:nvSpPr>
            <p:spPr>
              <a:xfrm>
                <a:off x="1528744" y="4246964"/>
                <a:ext cx="54568" cy="54605"/>
              </a:xfrm>
              <a:custGeom>
                <a:rect b="b" l="l" r="r" t="t"/>
                <a:pathLst>
                  <a:path extrusionOk="0" h="3021" w="3019">
                    <a:moveTo>
                      <a:pt x="1" y="1"/>
                    </a:moveTo>
                    <a:lnTo>
                      <a:pt x="1"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36"/>
              <p:cNvSpPr/>
              <p:nvPr/>
            </p:nvSpPr>
            <p:spPr>
              <a:xfrm>
                <a:off x="1419589" y="4246964"/>
                <a:ext cx="54586" cy="54605"/>
              </a:xfrm>
              <a:custGeom>
                <a:rect b="b" l="l" r="r" t="t"/>
                <a:pathLst>
                  <a:path extrusionOk="0" h="3021" w="3020">
                    <a:moveTo>
                      <a:pt x="0" y="1"/>
                    </a:moveTo>
                    <a:lnTo>
                      <a:pt x="0" y="3021"/>
                    </a:lnTo>
                    <a:lnTo>
                      <a:pt x="3020" y="3021"/>
                    </a:lnTo>
                    <a:lnTo>
                      <a:pt x="3020" y="1"/>
                    </a:lnTo>
                    <a:close/>
                  </a:path>
                </a:pathLst>
              </a:custGeom>
              <a:solidFill>
                <a:srgbClr val="FFF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36"/>
              <p:cNvSpPr/>
              <p:nvPr/>
            </p:nvSpPr>
            <p:spPr>
              <a:xfrm>
                <a:off x="1365038" y="4246964"/>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36"/>
              <p:cNvSpPr/>
              <p:nvPr/>
            </p:nvSpPr>
            <p:spPr>
              <a:xfrm>
                <a:off x="1310452" y="4246964"/>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36"/>
              <p:cNvSpPr/>
              <p:nvPr/>
            </p:nvSpPr>
            <p:spPr>
              <a:xfrm>
                <a:off x="1255865" y="4246964"/>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36"/>
              <p:cNvSpPr/>
              <p:nvPr/>
            </p:nvSpPr>
            <p:spPr>
              <a:xfrm>
                <a:off x="1201333" y="4246964"/>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9" name="Google Shape;6499;p36"/>
              <p:cNvSpPr/>
              <p:nvPr/>
            </p:nvSpPr>
            <p:spPr>
              <a:xfrm>
                <a:off x="1146746"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0" name="Google Shape;6500;p36"/>
              <p:cNvSpPr/>
              <p:nvPr/>
            </p:nvSpPr>
            <p:spPr>
              <a:xfrm>
                <a:off x="1092160" y="4246964"/>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36"/>
              <p:cNvSpPr/>
              <p:nvPr/>
            </p:nvSpPr>
            <p:spPr>
              <a:xfrm>
                <a:off x="1528744" y="4192432"/>
                <a:ext cx="54568" cy="54550"/>
              </a:xfrm>
              <a:custGeom>
                <a:rect b="b" l="l" r="r" t="t"/>
                <a:pathLst>
                  <a:path extrusionOk="0" h="3018" w="3019">
                    <a:moveTo>
                      <a:pt x="1" y="0"/>
                    </a:moveTo>
                    <a:lnTo>
                      <a:pt x="1"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36"/>
              <p:cNvSpPr/>
              <p:nvPr/>
            </p:nvSpPr>
            <p:spPr>
              <a:xfrm>
                <a:off x="1419589" y="4192432"/>
                <a:ext cx="54586" cy="54550"/>
              </a:xfrm>
              <a:custGeom>
                <a:rect b="b" l="l" r="r" t="t"/>
                <a:pathLst>
                  <a:path extrusionOk="0" h="3018" w="3020">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36"/>
              <p:cNvSpPr/>
              <p:nvPr/>
            </p:nvSpPr>
            <p:spPr>
              <a:xfrm>
                <a:off x="1365038" y="4192432"/>
                <a:ext cx="54568" cy="54550"/>
              </a:xfrm>
              <a:custGeom>
                <a:rect b="b" l="l" r="r" t="t"/>
                <a:pathLst>
                  <a:path extrusionOk="0" h="3018" w="3019">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36"/>
              <p:cNvSpPr/>
              <p:nvPr/>
            </p:nvSpPr>
            <p:spPr>
              <a:xfrm>
                <a:off x="1310452" y="4192432"/>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36"/>
              <p:cNvSpPr/>
              <p:nvPr/>
            </p:nvSpPr>
            <p:spPr>
              <a:xfrm>
                <a:off x="1201333" y="4192432"/>
                <a:ext cx="54550" cy="54550"/>
              </a:xfrm>
              <a:custGeom>
                <a:rect b="b" l="l" r="r" t="t"/>
                <a:pathLst>
                  <a:path extrusionOk="0" h="3018" w="3018">
                    <a:moveTo>
                      <a:pt x="0" y="0"/>
                    </a:moveTo>
                    <a:lnTo>
                      <a:pt x="0"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36"/>
              <p:cNvSpPr/>
              <p:nvPr/>
            </p:nvSpPr>
            <p:spPr>
              <a:xfrm>
                <a:off x="1146746" y="4192432"/>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36"/>
              <p:cNvSpPr/>
              <p:nvPr/>
            </p:nvSpPr>
            <p:spPr>
              <a:xfrm>
                <a:off x="1092160" y="4192432"/>
                <a:ext cx="54605" cy="54550"/>
              </a:xfrm>
              <a:custGeom>
                <a:rect b="b" l="l" r="r" t="t"/>
                <a:pathLst>
                  <a:path extrusionOk="0" h="3018" w="3021">
                    <a:moveTo>
                      <a:pt x="0" y="0"/>
                    </a:moveTo>
                    <a:lnTo>
                      <a:pt x="0" y="3018"/>
                    </a:lnTo>
                    <a:lnTo>
                      <a:pt x="3020" y="3018"/>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8" name="Google Shape;6508;p36"/>
              <p:cNvSpPr/>
              <p:nvPr/>
            </p:nvSpPr>
            <p:spPr>
              <a:xfrm>
                <a:off x="1528744"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36"/>
              <p:cNvSpPr/>
              <p:nvPr/>
            </p:nvSpPr>
            <p:spPr>
              <a:xfrm>
                <a:off x="1474157"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36"/>
              <p:cNvSpPr/>
              <p:nvPr/>
            </p:nvSpPr>
            <p:spPr>
              <a:xfrm>
                <a:off x="1419589" y="4137845"/>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36"/>
              <p:cNvSpPr/>
              <p:nvPr/>
            </p:nvSpPr>
            <p:spPr>
              <a:xfrm>
                <a:off x="1365038" y="4137845"/>
                <a:ext cx="54568" cy="54605"/>
              </a:xfrm>
              <a:custGeom>
                <a:rect b="b" l="l" r="r" t="t"/>
                <a:pathLst>
                  <a:path extrusionOk="0" h="3021" w="3019">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36"/>
              <p:cNvSpPr/>
              <p:nvPr/>
            </p:nvSpPr>
            <p:spPr>
              <a:xfrm>
                <a:off x="1310452"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36"/>
              <p:cNvSpPr/>
              <p:nvPr/>
            </p:nvSpPr>
            <p:spPr>
              <a:xfrm>
                <a:off x="1255865" y="4137845"/>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36"/>
              <p:cNvSpPr/>
              <p:nvPr/>
            </p:nvSpPr>
            <p:spPr>
              <a:xfrm>
                <a:off x="1201333" y="4137845"/>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36"/>
              <p:cNvSpPr/>
              <p:nvPr/>
            </p:nvSpPr>
            <p:spPr>
              <a:xfrm>
                <a:off x="1146746" y="4137845"/>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6" name="Google Shape;6516;p36"/>
              <p:cNvSpPr/>
              <p:nvPr/>
            </p:nvSpPr>
            <p:spPr>
              <a:xfrm>
                <a:off x="1092160" y="4137845"/>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36"/>
              <p:cNvSpPr/>
              <p:nvPr/>
            </p:nvSpPr>
            <p:spPr>
              <a:xfrm>
                <a:off x="1037610" y="4137845"/>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36"/>
              <p:cNvSpPr/>
              <p:nvPr/>
            </p:nvSpPr>
            <p:spPr>
              <a:xfrm>
                <a:off x="1474157" y="4083259"/>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36"/>
              <p:cNvSpPr/>
              <p:nvPr/>
            </p:nvSpPr>
            <p:spPr>
              <a:xfrm>
                <a:off x="1419589" y="4083259"/>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36"/>
              <p:cNvSpPr/>
              <p:nvPr/>
            </p:nvSpPr>
            <p:spPr>
              <a:xfrm>
                <a:off x="1310452"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36"/>
              <p:cNvSpPr/>
              <p:nvPr/>
            </p:nvSpPr>
            <p:spPr>
              <a:xfrm>
                <a:off x="1146746" y="4083259"/>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36"/>
              <p:cNvSpPr/>
              <p:nvPr/>
            </p:nvSpPr>
            <p:spPr>
              <a:xfrm>
                <a:off x="1092160" y="4083259"/>
                <a:ext cx="54605" cy="54605"/>
              </a:xfrm>
              <a:custGeom>
                <a:rect b="b" l="l" r="r" t="t"/>
                <a:pathLst>
                  <a:path extrusionOk="0" h="3021"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36"/>
              <p:cNvSpPr/>
              <p:nvPr/>
            </p:nvSpPr>
            <p:spPr>
              <a:xfrm>
                <a:off x="1037610" y="4083259"/>
                <a:ext cx="54568" cy="54605"/>
              </a:xfrm>
              <a:custGeom>
                <a:rect b="b" l="l" r="r" t="t"/>
                <a:pathLst>
                  <a:path extrusionOk="0" h="3021" w="3019">
                    <a:moveTo>
                      <a:pt x="1" y="0"/>
                    </a:moveTo>
                    <a:lnTo>
                      <a:pt x="1"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4" name="Google Shape;6524;p36"/>
              <p:cNvSpPr/>
              <p:nvPr/>
            </p:nvSpPr>
            <p:spPr>
              <a:xfrm>
                <a:off x="983041" y="4083259"/>
                <a:ext cx="54586" cy="54605"/>
              </a:xfrm>
              <a:custGeom>
                <a:rect b="b" l="l" r="r" t="t"/>
                <a:pathLst>
                  <a:path extrusionOk="0" h="3021" w="3020">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5" name="Google Shape;6525;p36"/>
              <p:cNvSpPr/>
              <p:nvPr/>
            </p:nvSpPr>
            <p:spPr>
              <a:xfrm>
                <a:off x="1419589" y="4028708"/>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36"/>
              <p:cNvSpPr/>
              <p:nvPr/>
            </p:nvSpPr>
            <p:spPr>
              <a:xfrm>
                <a:off x="1365038" y="4028708"/>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36"/>
              <p:cNvSpPr/>
              <p:nvPr/>
            </p:nvSpPr>
            <p:spPr>
              <a:xfrm>
                <a:off x="1310452" y="4028708"/>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36"/>
              <p:cNvSpPr/>
              <p:nvPr/>
            </p:nvSpPr>
            <p:spPr>
              <a:xfrm>
                <a:off x="1255865" y="4028708"/>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36"/>
              <p:cNvSpPr/>
              <p:nvPr/>
            </p:nvSpPr>
            <p:spPr>
              <a:xfrm>
                <a:off x="1201333" y="4028708"/>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36"/>
              <p:cNvSpPr/>
              <p:nvPr/>
            </p:nvSpPr>
            <p:spPr>
              <a:xfrm>
                <a:off x="1146746" y="4028708"/>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36"/>
              <p:cNvSpPr/>
              <p:nvPr/>
            </p:nvSpPr>
            <p:spPr>
              <a:xfrm>
                <a:off x="983041" y="4028708"/>
                <a:ext cx="54586" cy="54568"/>
              </a:xfrm>
              <a:custGeom>
                <a:rect b="b" l="l" r="r" t="t"/>
                <a:pathLst>
                  <a:path extrusionOk="0" h="3019" w="3020">
                    <a:moveTo>
                      <a:pt x="0" y="1"/>
                    </a:moveTo>
                    <a:lnTo>
                      <a:pt x="0" y="3018"/>
                    </a:lnTo>
                    <a:lnTo>
                      <a:pt x="3020" y="3018"/>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36"/>
              <p:cNvSpPr/>
              <p:nvPr/>
            </p:nvSpPr>
            <p:spPr>
              <a:xfrm>
                <a:off x="1365038" y="3974122"/>
                <a:ext cx="54568" cy="54605"/>
              </a:xfrm>
              <a:custGeom>
                <a:rect b="b" l="l" r="r" t="t"/>
                <a:pathLst>
                  <a:path extrusionOk="0" h="3021" w="3019">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3" name="Google Shape;6533;p36"/>
              <p:cNvSpPr/>
              <p:nvPr/>
            </p:nvSpPr>
            <p:spPr>
              <a:xfrm>
                <a:off x="1201333" y="3974122"/>
                <a:ext cx="54550" cy="54605"/>
              </a:xfrm>
              <a:custGeom>
                <a:rect b="b" l="l" r="r" t="t"/>
                <a:pathLst>
                  <a:path extrusionOk="0" h="3021" w="3018">
                    <a:moveTo>
                      <a:pt x="0" y="1"/>
                    </a:moveTo>
                    <a:lnTo>
                      <a:pt x="0"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36"/>
              <p:cNvSpPr/>
              <p:nvPr/>
            </p:nvSpPr>
            <p:spPr>
              <a:xfrm>
                <a:off x="983041" y="3974122"/>
                <a:ext cx="54586" cy="54605"/>
              </a:xfrm>
              <a:custGeom>
                <a:rect b="b" l="l" r="r" t="t"/>
                <a:pathLst>
                  <a:path extrusionOk="0" h="3021" w="3020">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36"/>
              <p:cNvSpPr/>
              <p:nvPr/>
            </p:nvSpPr>
            <p:spPr>
              <a:xfrm>
                <a:off x="1419589" y="3919553"/>
                <a:ext cx="54586" cy="54586"/>
              </a:xfrm>
              <a:custGeom>
                <a:rect b="b" l="l" r="r" t="t"/>
                <a:pathLst>
                  <a:path extrusionOk="0" h="3020" w="3020">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36"/>
              <p:cNvSpPr/>
              <p:nvPr/>
            </p:nvSpPr>
            <p:spPr>
              <a:xfrm>
                <a:off x="1365038" y="3919553"/>
                <a:ext cx="54568" cy="54586"/>
              </a:xfrm>
              <a:custGeom>
                <a:rect b="b" l="l" r="r" t="t"/>
                <a:pathLst>
                  <a:path extrusionOk="0" h="3020" w="3019">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36"/>
              <p:cNvSpPr/>
              <p:nvPr/>
            </p:nvSpPr>
            <p:spPr>
              <a:xfrm>
                <a:off x="1201333" y="3919553"/>
                <a:ext cx="54550" cy="54586"/>
              </a:xfrm>
              <a:custGeom>
                <a:rect b="b" l="l" r="r" t="t"/>
                <a:pathLst>
                  <a:path extrusionOk="0" h="3020" w="3018">
                    <a:moveTo>
                      <a:pt x="0" y="0"/>
                    </a:moveTo>
                    <a:lnTo>
                      <a:pt x="0"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36"/>
              <p:cNvSpPr/>
              <p:nvPr/>
            </p:nvSpPr>
            <p:spPr>
              <a:xfrm>
                <a:off x="1146746" y="3919553"/>
                <a:ext cx="54605" cy="54586"/>
              </a:xfrm>
              <a:custGeom>
                <a:rect b="b" l="l" r="r" t="t"/>
                <a:pathLst>
                  <a:path extrusionOk="0" h="3020" w="3021">
                    <a:moveTo>
                      <a:pt x="0" y="0"/>
                    </a:moveTo>
                    <a:lnTo>
                      <a:pt x="0" y="3020"/>
                    </a:lnTo>
                    <a:lnTo>
                      <a:pt x="3020" y="3020"/>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39" name="Google Shape;6539;p36"/>
          <p:cNvGrpSpPr/>
          <p:nvPr/>
        </p:nvGrpSpPr>
        <p:grpSpPr>
          <a:xfrm>
            <a:off x="8054920" y="1868588"/>
            <a:ext cx="654821" cy="600289"/>
            <a:chOff x="7769170" y="1947988"/>
            <a:chExt cx="654821" cy="600289"/>
          </a:xfrm>
        </p:grpSpPr>
        <p:grpSp>
          <p:nvGrpSpPr>
            <p:cNvPr id="6540" name="Google Shape;6540;p36"/>
            <p:cNvGrpSpPr/>
            <p:nvPr/>
          </p:nvGrpSpPr>
          <p:grpSpPr>
            <a:xfrm>
              <a:off x="7769170" y="1947988"/>
              <a:ext cx="654821" cy="600289"/>
              <a:chOff x="846645" y="1301313"/>
              <a:chExt cx="654821" cy="600289"/>
            </a:xfrm>
          </p:grpSpPr>
          <p:sp>
            <p:nvSpPr>
              <p:cNvPr id="6541" name="Google Shape;6541;p36"/>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36"/>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3" name="Google Shape;6543;p36"/>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4" name="Google Shape;6544;p36"/>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36"/>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6" name="Google Shape;6546;p36"/>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7" name="Google Shape;6547;p36"/>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36"/>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36"/>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36"/>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36"/>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36"/>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36"/>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36"/>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36"/>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36"/>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36"/>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36"/>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36"/>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36"/>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36"/>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36"/>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36"/>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4" name="Google Shape;6564;p36"/>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5" name="Google Shape;6565;p36"/>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36"/>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36"/>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36"/>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36"/>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36"/>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36"/>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36"/>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36"/>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36"/>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36"/>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36"/>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36"/>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36"/>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36"/>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36"/>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36"/>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36"/>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36"/>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4" name="Google Shape;6584;p36"/>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5" name="Google Shape;6585;p36"/>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36"/>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36"/>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36"/>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36"/>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0" name="Google Shape;6590;p36"/>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1" name="Google Shape;6591;p36"/>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36"/>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36"/>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36"/>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5" name="Google Shape;6595;p36"/>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6" name="Google Shape;6596;p36"/>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accent3"/>
              </a:solid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7" name="Google Shape;6597;p36"/>
            <p:cNvSpPr/>
            <p:nvPr/>
          </p:nvSpPr>
          <p:spPr>
            <a:xfrm>
              <a:off x="7972425" y="2143125"/>
              <a:ext cx="247800" cy="23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98" name="Google Shape;6598;p36"/>
            <p:cNvGrpSpPr/>
            <p:nvPr/>
          </p:nvGrpSpPr>
          <p:grpSpPr>
            <a:xfrm>
              <a:off x="7769170" y="1947988"/>
              <a:ext cx="654821" cy="600289"/>
              <a:chOff x="846645" y="1301313"/>
              <a:chExt cx="654821" cy="600289"/>
            </a:xfrm>
          </p:grpSpPr>
          <p:sp>
            <p:nvSpPr>
              <p:cNvPr id="6599" name="Google Shape;6599;p36"/>
              <p:cNvSpPr/>
              <p:nvPr/>
            </p:nvSpPr>
            <p:spPr>
              <a:xfrm>
                <a:off x="1283192"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36"/>
              <p:cNvSpPr/>
              <p:nvPr/>
            </p:nvSpPr>
            <p:spPr>
              <a:xfrm>
                <a:off x="1010350" y="1847033"/>
                <a:ext cx="54568" cy="54568"/>
              </a:xfrm>
              <a:custGeom>
                <a:rect b="b" l="l" r="r" t="t"/>
                <a:pathLst>
                  <a:path extrusionOk="0" h="3019" w="3019">
                    <a:moveTo>
                      <a:pt x="1" y="1"/>
                    </a:moveTo>
                    <a:lnTo>
                      <a:pt x="1" y="3018"/>
                    </a:lnTo>
                    <a:lnTo>
                      <a:pt x="3018" y="3018"/>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36"/>
              <p:cNvSpPr/>
              <p:nvPr/>
            </p:nvSpPr>
            <p:spPr>
              <a:xfrm>
                <a:off x="1228606" y="1792447"/>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36"/>
              <p:cNvSpPr/>
              <p:nvPr/>
            </p:nvSpPr>
            <p:spPr>
              <a:xfrm>
                <a:off x="1064901" y="1792447"/>
                <a:ext cx="54605" cy="54605"/>
              </a:xfrm>
              <a:custGeom>
                <a:rect b="b" l="l" r="r" t="t"/>
                <a:pathLst>
                  <a:path extrusionOk="0" h="3021" w="3021">
                    <a:moveTo>
                      <a:pt x="0" y="1"/>
                    </a:moveTo>
                    <a:lnTo>
                      <a:pt x="0" y="3021"/>
                    </a:lnTo>
                    <a:lnTo>
                      <a:pt x="3020" y="3021"/>
                    </a:lnTo>
                    <a:lnTo>
                      <a:pt x="302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36"/>
              <p:cNvSpPr/>
              <p:nvPr/>
            </p:nvSpPr>
            <p:spPr>
              <a:xfrm>
                <a:off x="1174019" y="1737914"/>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4" name="Google Shape;6604;p36"/>
              <p:cNvSpPr/>
              <p:nvPr/>
            </p:nvSpPr>
            <p:spPr>
              <a:xfrm>
                <a:off x="1119487" y="1737914"/>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36"/>
              <p:cNvSpPr/>
              <p:nvPr/>
            </p:nvSpPr>
            <p:spPr>
              <a:xfrm>
                <a:off x="1283192"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36"/>
              <p:cNvSpPr/>
              <p:nvPr/>
            </p:nvSpPr>
            <p:spPr>
              <a:xfrm>
                <a:off x="1228606" y="1683328"/>
                <a:ext cx="54605" cy="54550"/>
              </a:xfrm>
              <a:custGeom>
                <a:rect b="b" l="l" r="r" t="t"/>
                <a:pathLst>
                  <a:path extrusionOk="0" h="3018" w="3021">
                    <a:moveTo>
                      <a:pt x="1" y="0"/>
                    </a:moveTo>
                    <a:lnTo>
                      <a:pt x="1" y="3018"/>
                    </a:lnTo>
                    <a:lnTo>
                      <a:pt x="3021" y="3018"/>
                    </a:lnTo>
                    <a:lnTo>
                      <a:pt x="3021"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36"/>
              <p:cNvSpPr/>
              <p:nvPr/>
            </p:nvSpPr>
            <p:spPr>
              <a:xfrm>
                <a:off x="1174019" y="1683328"/>
                <a:ext cx="54605" cy="54550"/>
              </a:xfrm>
              <a:custGeom>
                <a:rect b="b" l="l" r="r" t="t"/>
                <a:pathLst>
                  <a:path extrusionOk="0" h="3018" w="3021">
                    <a:moveTo>
                      <a:pt x="1" y="0"/>
                    </a:moveTo>
                    <a:lnTo>
                      <a:pt x="1" y="3018"/>
                    </a:lnTo>
                    <a:lnTo>
                      <a:pt x="3021" y="3018"/>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36"/>
              <p:cNvSpPr/>
              <p:nvPr/>
            </p:nvSpPr>
            <p:spPr>
              <a:xfrm>
                <a:off x="1119487" y="1683328"/>
                <a:ext cx="54550" cy="54550"/>
              </a:xfrm>
              <a:custGeom>
                <a:rect b="b" l="l" r="r" t="t"/>
                <a:pathLst>
                  <a:path extrusionOk="0" h="3018" w="3018">
                    <a:moveTo>
                      <a:pt x="0" y="0"/>
                    </a:moveTo>
                    <a:lnTo>
                      <a:pt x="0" y="3018"/>
                    </a:lnTo>
                    <a:lnTo>
                      <a:pt x="3018" y="3018"/>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36"/>
              <p:cNvSpPr/>
              <p:nvPr/>
            </p:nvSpPr>
            <p:spPr>
              <a:xfrm>
                <a:off x="1064901" y="1683328"/>
                <a:ext cx="54605" cy="54550"/>
              </a:xfrm>
              <a:custGeom>
                <a:rect b="b" l="l" r="r" t="t"/>
                <a:pathLst>
                  <a:path extrusionOk="0" h="3018" w="3021">
                    <a:moveTo>
                      <a:pt x="0" y="0"/>
                    </a:moveTo>
                    <a:lnTo>
                      <a:pt x="0" y="3018"/>
                    </a:lnTo>
                    <a:lnTo>
                      <a:pt x="3020" y="3018"/>
                    </a:lnTo>
                    <a:lnTo>
                      <a:pt x="302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36"/>
              <p:cNvSpPr/>
              <p:nvPr/>
            </p:nvSpPr>
            <p:spPr>
              <a:xfrm>
                <a:off x="1010350" y="1683328"/>
                <a:ext cx="54568" cy="54550"/>
              </a:xfrm>
              <a:custGeom>
                <a:rect b="b" l="l" r="r" t="t"/>
                <a:pathLst>
                  <a:path extrusionOk="0" h="3018" w="3019">
                    <a:moveTo>
                      <a:pt x="1" y="0"/>
                    </a:moveTo>
                    <a:lnTo>
                      <a:pt x="1" y="3018"/>
                    </a:lnTo>
                    <a:lnTo>
                      <a:pt x="3018" y="3018"/>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36"/>
              <p:cNvSpPr/>
              <p:nvPr/>
            </p:nvSpPr>
            <p:spPr>
              <a:xfrm>
                <a:off x="1337779" y="1628741"/>
                <a:ext cx="54568" cy="54605"/>
              </a:xfrm>
              <a:custGeom>
                <a:rect b="b" l="l" r="r" t="t"/>
                <a:pathLst>
                  <a:path extrusionOk="0" h="3021" w="3019">
                    <a:moveTo>
                      <a:pt x="0" y="1"/>
                    </a:moveTo>
                    <a:lnTo>
                      <a:pt x="0" y="3020"/>
                    </a:lnTo>
                    <a:lnTo>
                      <a:pt x="3018" y="3020"/>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36"/>
              <p:cNvSpPr/>
              <p:nvPr/>
            </p:nvSpPr>
            <p:spPr>
              <a:xfrm>
                <a:off x="1283192"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36"/>
              <p:cNvSpPr/>
              <p:nvPr/>
            </p:nvSpPr>
            <p:spPr>
              <a:xfrm>
                <a:off x="1228606" y="1628741"/>
                <a:ext cx="54605" cy="54605"/>
              </a:xfrm>
              <a:custGeom>
                <a:rect b="b" l="l" r="r" t="t"/>
                <a:pathLst>
                  <a:path extrusionOk="0" h="3021" w="3021">
                    <a:moveTo>
                      <a:pt x="1" y="1"/>
                    </a:moveTo>
                    <a:lnTo>
                      <a:pt x="1" y="3020"/>
                    </a:lnTo>
                    <a:lnTo>
                      <a:pt x="3021" y="3020"/>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36"/>
              <p:cNvSpPr/>
              <p:nvPr/>
            </p:nvSpPr>
            <p:spPr>
              <a:xfrm>
                <a:off x="1064901" y="1628741"/>
                <a:ext cx="54605" cy="54605"/>
              </a:xfrm>
              <a:custGeom>
                <a:rect b="b" l="l" r="r" t="t"/>
                <a:pathLst>
                  <a:path extrusionOk="0" h="3021" w="3021">
                    <a:moveTo>
                      <a:pt x="0" y="1"/>
                    </a:moveTo>
                    <a:lnTo>
                      <a:pt x="0" y="3020"/>
                    </a:lnTo>
                    <a:lnTo>
                      <a:pt x="3020" y="3020"/>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36"/>
              <p:cNvSpPr/>
              <p:nvPr/>
            </p:nvSpPr>
            <p:spPr>
              <a:xfrm>
                <a:off x="1010350" y="1628741"/>
                <a:ext cx="54568" cy="54605"/>
              </a:xfrm>
              <a:custGeom>
                <a:rect b="b" l="l" r="r" t="t"/>
                <a:pathLst>
                  <a:path extrusionOk="0" h="3021" w="3019">
                    <a:moveTo>
                      <a:pt x="1" y="1"/>
                    </a:moveTo>
                    <a:lnTo>
                      <a:pt x="1" y="3020"/>
                    </a:lnTo>
                    <a:lnTo>
                      <a:pt x="3018" y="3020"/>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36"/>
              <p:cNvSpPr/>
              <p:nvPr/>
            </p:nvSpPr>
            <p:spPr>
              <a:xfrm>
                <a:off x="955782" y="1628741"/>
                <a:ext cx="54586" cy="54605"/>
              </a:xfrm>
              <a:custGeom>
                <a:rect b="b" l="l" r="r" t="t"/>
                <a:pathLst>
                  <a:path extrusionOk="0" h="3021" w="3020">
                    <a:moveTo>
                      <a:pt x="0" y="1"/>
                    </a:moveTo>
                    <a:lnTo>
                      <a:pt x="0" y="3020"/>
                    </a:lnTo>
                    <a:lnTo>
                      <a:pt x="3020" y="3020"/>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36"/>
              <p:cNvSpPr/>
              <p:nvPr/>
            </p:nvSpPr>
            <p:spPr>
              <a:xfrm>
                <a:off x="1337779" y="1574155"/>
                <a:ext cx="54568" cy="54605"/>
              </a:xfrm>
              <a:custGeom>
                <a:rect b="b" l="l" r="r" t="t"/>
                <a:pathLst>
                  <a:path extrusionOk="0" h="3021" w="3019">
                    <a:moveTo>
                      <a:pt x="0" y="1"/>
                    </a:moveTo>
                    <a:lnTo>
                      <a:pt x="0" y="3021"/>
                    </a:lnTo>
                    <a:lnTo>
                      <a:pt x="3018" y="3021"/>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36"/>
              <p:cNvSpPr/>
              <p:nvPr/>
            </p:nvSpPr>
            <p:spPr>
              <a:xfrm>
                <a:off x="1283192"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36"/>
              <p:cNvSpPr/>
              <p:nvPr/>
            </p:nvSpPr>
            <p:spPr>
              <a:xfrm>
                <a:off x="1228606" y="1574155"/>
                <a:ext cx="54605" cy="54605"/>
              </a:xfrm>
              <a:custGeom>
                <a:rect b="b" l="l" r="r" t="t"/>
                <a:pathLst>
                  <a:path extrusionOk="0" h="3021" w="3021">
                    <a:moveTo>
                      <a:pt x="1" y="1"/>
                    </a:moveTo>
                    <a:lnTo>
                      <a:pt x="1" y="3021"/>
                    </a:lnTo>
                    <a:lnTo>
                      <a:pt x="3021" y="3021"/>
                    </a:lnTo>
                    <a:lnTo>
                      <a:pt x="3021"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36"/>
              <p:cNvSpPr/>
              <p:nvPr/>
            </p:nvSpPr>
            <p:spPr>
              <a:xfrm>
                <a:off x="1174019" y="1574155"/>
                <a:ext cx="54605" cy="54605"/>
              </a:xfrm>
              <a:custGeom>
                <a:rect b="b" l="l" r="r" t="t"/>
                <a:pathLst>
                  <a:path extrusionOk="0" h="3021" w="3021">
                    <a:moveTo>
                      <a:pt x="1" y="1"/>
                    </a:moveTo>
                    <a:lnTo>
                      <a:pt x="1" y="3021"/>
                    </a:lnTo>
                    <a:lnTo>
                      <a:pt x="3021" y="3021"/>
                    </a:lnTo>
                    <a:lnTo>
                      <a:pt x="3021"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36"/>
              <p:cNvSpPr/>
              <p:nvPr/>
            </p:nvSpPr>
            <p:spPr>
              <a:xfrm>
                <a:off x="1119487" y="1574155"/>
                <a:ext cx="54550" cy="54605"/>
              </a:xfrm>
              <a:custGeom>
                <a:rect b="b" l="l" r="r" t="t"/>
                <a:pathLst>
                  <a:path extrusionOk="0" h="3021" w="3018">
                    <a:moveTo>
                      <a:pt x="0" y="1"/>
                    </a:moveTo>
                    <a:lnTo>
                      <a:pt x="0" y="3021"/>
                    </a:lnTo>
                    <a:lnTo>
                      <a:pt x="3018" y="3021"/>
                    </a:lnTo>
                    <a:lnTo>
                      <a:pt x="3018"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2" name="Google Shape;6622;p36"/>
              <p:cNvSpPr/>
              <p:nvPr/>
            </p:nvSpPr>
            <p:spPr>
              <a:xfrm>
                <a:off x="1064901" y="1574155"/>
                <a:ext cx="54605" cy="54605"/>
              </a:xfrm>
              <a:custGeom>
                <a:rect b="b" l="l" r="r" t="t"/>
                <a:pathLst>
                  <a:path extrusionOk="0" h="3021" w="3021">
                    <a:moveTo>
                      <a:pt x="0" y="1"/>
                    </a:moveTo>
                    <a:lnTo>
                      <a:pt x="0" y="3021"/>
                    </a:lnTo>
                    <a:lnTo>
                      <a:pt x="3020" y="3021"/>
                    </a:lnTo>
                    <a:lnTo>
                      <a:pt x="3020"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36"/>
              <p:cNvSpPr/>
              <p:nvPr/>
            </p:nvSpPr>
            <p:spPr>
              <a:xfrm>
                <a:off x="1010350" y="1574155"/>
                <a:ext cx="54568" cy="54605"/>
              </a:xfrm>
              <a:custGeom>
                <a:rect b="b" l="l" r="r" t="t"/>
                <a:pathLst>
                  <a:path extrusionOk="0" h="3021" w="3019">
                    <a:moveTo>
                      <a:pt x="1" y="1"/>
                    </a:moveTo>
                    <a:lnTo>
                      <a:pt x="1" y="3021"/>
                    </a:lnTo>
                    <a:lnTo>
                      <a:pt x="3018" y="3021"/>
                    </a:lnTo>
                    <a:lnTo>
                      <a:pt x="3018"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36"/>
              <p:cNvSpPr/>
              <p:nvPr/>
            </p:nvSpPr>
            <p:spPr>
              <a:xfrm>
                <a:off x="955782" y="1574155"/>
                <a:ext cx="54586" cy="54605"/>
              </a:xfrm>
              <a:custGeom>
                <a:rect b="b" l="l" r="r" t="t"/>
                <a:pathLst>
                  <a:path extrusionOk="0" h="3021" w="3020">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36"/>
              <p:cNvSpPr/>
              <p:nvPr/>
            </p:nvSpPr>
            <p:spPr>
              <a:xfrm>
                <a:off x="1392329"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36"/>
              <p:cNvSpPr/>
              <p:nvPr/>
            </p:nvSpPr>
            <p:spPr>
              <a:xfrm>
                <a:off x="1337779" y="1519623"/>
                <a:ext cx="54568" cy="54586"/>
              </a:xfrm>
              <a:custGeom>
                <a:rect b="b" l="l" r="r" t="t"/>
                <a:pathLst>
                  <a:path extrusionOk="0" h="3020"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36"/>
              <p:cNvSpPr/>
              <p:nvPr/>
            </p:nvSpPr>
            <p:spPr>
              <a:xfrm>
                <a:off x="1283192"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36"/>
              <p:cNvSpPr/>
              <p:nvPr/>
            </p:nvSpPr>
            <p:spPr>
              <a:xfrm>
                <a:off x="1174019" y="1519623"/>
                <a:ext cx="54605" cy="54586"/>
              </a:xfrm>
              <a:custGeom>
                <a:rect b="b" l="l" r="r" t="t"/>
                <a:pathLst>
                  <a:path extrusionOk="0" h="3020"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36"/>
              <p:cNvSpPr/>
              <p:nvPr/>
            </p:nvSpPr>
            <p:spPr>
              <a:xfrm>
                <a:off x="1119487" y="1519623"/>
                <a:ext cx="54550" cy="54586"/>
              </a:xfrm>
              <a:custGeom>
                <a:rect b="b" l="l" r="r" t="t"/>
                <a:pathLst>
                  <a:path extrusionOk="0" h="3020"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36"/>
              <p:cNvSpPr/>
              <p:nvPr/>
            </p:nvSpPr>
            <p:spPr>
              <a:xfrm>
                <a:off x="1010350" y="1519623"/>
                <a:ext cx="54568" cy="54586"/>
              </a:xfrm>
              <a:custGeom>
                <a:rect b="b" l="l" r="r" t="t"/>
                <a:pathLst>
                  <a:path extrusionOk="0" h="3020"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36"/>
              <p:cNvSpPr/>
              <p:nvPr/>
            </p:nvSpPr>
            <p:spPr>
              <a:xfrm>
                <a:off x="955782" y="1519623"/>
                <a:ext cx="54586" cy="54586"/>
              </a:xfrm>
              <a:custGeom>
                <a:rect b="b" l="l" r="r" t="t"/>
                <a:pathLst>
                  <a:path extrusionOk="0" h="3020"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36"/>
              <p:cNvSpPr/>
              <p:nvPr/>
            </p:nvSpPr>
            <p:spPr>
              <a:xfrm>
                <a:off x="901195" y="1519623"/>
                <a:ext cx="54605" cy="54586"/>
              </a:xfrm>
              <a:custGeom>
                <a:rect b="b" l="l" r="r" t="t"/>
                <a:pathLst>
                  <a:path extrusionOk="0" h="3020" w="3021">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36"/>
              <p:cNvSpPr/>
              <p:nvPr/>
            </p:nvSpPr>
            <p:spPr>
              <a:xfrm>
                <a:off x="1446898"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36"/>
              <p:cNvSpPr/>
              <p:nvPr/>
            </p:nvSpPr>
            <p:spPr>
              <a:xfrm>
                <a:off x="1337779" y="1465036"/>
                <a:ext cx="54568" cy="54605"/>
              </a:xfrm>
              <a:custGeom>
                <a:rect b="b" l="l" r="r" t="t"/>
                <a:pathLst>
                  <a:path extrusionOk="0" h="3021" w="3019">
                    <a:moveTo>
                      <a:pt x="0" y="0"/>
                    </a:moveTo>
                    <a:lnTo>
                      <a:pt x="0"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36"/>
              <p:cNvSpPr/>
              <p:nvPr/>
            </p:nvSpPr>
            <p:spPr>
              <a:xfrm>
                <a:off x="1283192"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6" name="Google Shape;6636;p36"/>
              <p:cNvSpPr/>
              <p:nvPr/>
            </p:nvSpPr>
            <p:spPr>
              <a:xfrm>
                <a:off x="1228606"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7" name="Google Shape;6637;p36"/>
              <p:cNvSpPr/>
              <p:nvPr/>
            </p:nvSpPr>
            <p:spPr>
              <a:xfrm>
                <a:off x="1174019" y="1465036"/>
                <a:ext cx="54605" cy="54605"/>
              </a:xfrm>
              <a:custGeom>
                <a:rect b="b" l="l" r="r" t="t"/>
                <a:pathLst>
                  <a:path extrusionOk="0" h="3021" w="3021">
                    <a:moveTo>
                      <a:pt x="1" y="0"/>
                    </a:moveTo>
                    <a:lnTo>
                      <a:pt x="1" y="3020"/>
                    </a:lnTo>
                    <a:lnTo>
                      <a:pt x="3021" y="3020"/>
                    </a:lnTo>
                    <a:lnTo>
                      <a:pt x="3021"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36"/>
              <p:cNvSpPr/>
              <p:nvPr/>
            </p:nvSpPr>
            <p:spPr>
              <a:xfrm>
                <a:off x="1119487" y="1465036"/>
                <a:ext cx="54550" cy="54605"/>
              </a:xfrm>
              <a:custGeom>
                <a:rect b="b" l="l" r="r" t="t"/>
                <a:pathLst>
                  <a:path extrusionOk="0" h="3021" w="3018">
                    <a:moveTo>
                      <a:pt x="0" y="0"/>
                    </a:moveTo>
                    <a:lnTo>
                      <a:pt x="0" y="3020"/>
                    </a:lnTo>
                    <a:lnTo>
                      <a:pt x="3018" y="3020"/>
                    </a:lnTo>
                    <a:lnTo>
                      <a:pt x="3018"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36"/>
              <p:cNvSpPr/>
              <p:nvPr/>
            </p:nvSpPr>
            <p:spPr>
              <a:xfrm>
                <a:off x="1064901" y="1465036"/>
                <a:ext cx="54605" cy="54605"/>
              </a:xfrm>
              <a:custGeom>
                <a:rect b="b" l="l" r="r" t="t"/>
                <a:pathLst>
                  <a:path extrusionOk="0" h="3021" w="3021">
                    <a:moveTo>
                      <a:pt x="0" y="0"/>
                    </a:moveTo>
                    <a:lnTo>
                      <a:pt x="0" y="3020"/>
                    </a:lnTo>
                    <a:lnTo>
                      <a:pt x="3020" y="3020"/>
                    </a:lnTo>
                    <a:lnTo>
                      <a:pt x="3020" y="0"/>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36"/>
              <p:cNvSpPr/>
              <p:nvPr/>
            </p:nvSpPr>
            <p:spPr>
              <a:xfrm>
                <a:off x="1010350" y="1465036"/>
                <a:ext cx="54568" cy="54605"/>
              </a:xfrm>
              <a:custGeom>
                <a:rect b="b" l="l" r="r" t="t"/>
                <a:pathLst>
                  <a:path extrusionOk="0" h="3021" w="3019">
                    <a:moveTo>
                      <a:pt x="1" y="0"/>
                    </a:moveTo>
                    <a:lnTo>
                      <a:pt x="1" y="3020"/>
                    </a:lnTo>
                    <a:lnTo>
                      <a:pt x="3018" y="3020"/>
                    </a:lnTo>
                    <a:lnTo>
                      <a:pt x="301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1" name="Google Shape;6641;p36"/>
              <p:cNvSpPr/>
              <p:nvPr/>
            </p:nvSpPr>
            <p:spPr>
              <a:xfrm>
                <a:off x="955782" y="1465036"/>
                <a:ext cx="54586" cy="54605"/>
              </a:xfrm>
              <a:custGeom>
                <a:rect b="b" l="l" r="r" t="t"/>
                <a:pathLst>
                  <a:path extrusionOk="0" h="3021" w="3020">
                    <a:moveTo>
                      <a:pt x="0" y="0"/>
                    </a:moveTo>
                    <a:lnTo>
                      <a:pt x="0" y="3020"/>
                    </a:lnTo>
                    <a:lnTo>
                      <a:pt x="3020" y="3020"/>
                    </a:lnTo>
                    <a:lnTo>
                      <a:pt x="302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36"/>
              <p:cNvSpPr/>
              <p:nvPr/>
            </p:nvSpPr>
            <p:spPr>
              <a:xfrm>
                <a:off x="846645" y="1465036"/>
                <a:ext cx="54568" cy="54605"/>
              </a:xfrm>
              <a:custGeom>
                <a:rect b="b" l="l" r="r" t="t"/>
                <a:pathLst>
                  <a:path extrusionOk="0" h="3021" w="3019">
                    <a:moveTo>
                      <a:pt x="1" y="0"/>
                    </a:moveTo>
                    <a:lnTo>
                      <a:pt x="1" y="3020"/>
                    </a:lnTo>
                    <a:lnTo>
                      <a:pt x="3018" y="3020"/>
                    </a:lnTo>
                    <a:lnTo>
                      <a:pt x="3018"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36"/>
              <p:cNvSpPr/>
              <p:nvPr/>
            </p:nvSpPr>
            <p:spPr>
              <a:xfrm>
                <a:off x="1337779" y="1410486"/>
                <a:ext cx="54568" cy="54568"/>
              </a:xfrm>
              <a:custGeom>
                <a:rect b="b" l="l" r="r" t="t"/>
                <a:pathLst>
                  <a:path extrusionOk="0" h="3019" w="3019">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36"/>
              <p:cNvSpPr/>
              <p:nvPr/>
            </p:nvSpPr>
            <p:spPr>
              <a:xfrm>
                <a:off x="1283192"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36"/>
              <p:cNvSpPr/>
              <p:nvPr/>
            </p:nvSpPr>
            <p:spPr>
              <a:xfrm>
                <a:off x="1228606"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36"/>
              <p:cNvSpPr/>
              <p:nvPr/>
            </p:nvSpPr>
            <p:spPr>
              <a:xfrm>
                <a:off x="1174019" y="1410486"/>
                <a:ext cx="54605" cy="54568"/>
              </a:xfrm>
              <a:custGeom>
                <a:rect b="b" l="l" r="r" t="t"/>
                <a:pathLst>
                  <a:path extrusionOk="0" h="3019" w="3021">
                    <a:moveTo>
                      <a:pt x="1" y="1"/>
                    </a:moveTo>
                    <a:lnTo>
                      <a:pt x="1" y="3018"/>
                    </a:lnTo>
                    <a:lnTo>
                      <a:pt x="3021" y="3018"/>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7" name="Google Shape;6647;p36"/>
              <p:cNvSpPr/>
              <p:nvPr/>
            </p:nvSpPr>
            <p:spPr>
              <a:xfrm>
                <a:off x="1119487" y="1410486"/>
                <a:ext cx="54550" cy="54568"/>
              </a:xfrm>
              <a:custGeom>
                <a:rect b="b" l="l" r="r" t="t"/>
                <a:pathLst>
                  <a:path extrusionOk="0" h="3019" w="3018">
                    <a:moveTo>
                      <a:pt x="0" y="1"/>
                    </a:moveTo>
                    <a:lnTo>
                      <a:pt x="0"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8" name="Google Shape;6648;p36"/>
              <p:cNvSpPr/>
              <p:nvPr/>
            </p:nvSpPr>
            <p:spPr>
              <a:xfrm>
                <a:off x="1064901" y="1410486"/>
                <a:ext cx="54605" cy="54568"/>
              </a:xfrm>
              <a:custGeom>
                <a:rect b="b" l="l" r="r" t="t"/>
                <a:pathLst>
                  <a:path extrusionOk="0" h="3019" w="3021">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36"/>
              <p:cNvSpPr/>
              <p:nvPr/>
            </p:nvSpPr>
            <p:spPr>
              <a:xfrm>
                <a:off x="1010350" y="1410486"/>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36"/>
              <p:cNvSpPr/>
              <p:nvPr/>
            </p:nvSpPr>
            <p:spPr>
              <a:xfrm>
                <a:off x="955782" y="1410486"/>
                <a:ext cx="54586" cy="54568"/>
              </a:xfrm>
              <a:custGeom>
                <a:rect b="b" l="l" r="r" t="t"/>
                <a:pathLst>
                  <a:path extrusionOk="0" h="3019" w="3020">
                    <a:moveTo>
                      <a:pt x="0" y="1"/>
                    </a:moveTo>
                    <a:lnTo>
                      <a:pt x="0" y="3018"/>
                    </a:lnTo>
                    <a:lnTo>
                      <a:pt x="3020" y="3018"/>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36"/>
              <p:cNvSpPr/>
              <p:nvPr/>
            </p:nvSpPr>
            <p:spPr>
              <a:xfrm>
                <a:off x="1283192"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36"/>
              <p:cNvSpPr/>
              <p:nvPr/>
            </p:nvSpPr>
            <p:spPr>
              <a:xfrm>
                <a:off x="1010350" y="1355899"/>
                <a:ext cx="54568" cy="54568"/>
              </a:xfrm>
              <a:custGeom>
                <a:rect b="b" l="l" r="r" t="t"/>
                <a:pathLst>
                  <a:path extrusionOk="0" h="3019" w="3019">
                    <a:moveTo>
                      <a:pt x="1" y="1"/>
                    </a:moveTo>
                    <a:lnTo>
                      <a:pt x="1" y="3018"/>
                    </a:lnTo>
                    <a:lnTo>
                      <a:pt x="3018" y="3018"/>
                    </a:lnTo>
                    <a:lnTo>
                      <a:pt x="3018"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36"/>
              <p:cNvSpPr/>
              <p:nvPr/>
            </p:nvSpPr>
            <p:spPr>
              <a:xfrm>
                <a:off x="1228606" y="1301313"/>
                <a:ext cx="54605" cy="54605"/>
              </a:xfrm>
              <a:custGeom>
                <a:rect b="b" l="l" r="r" t="t"/>
                <a:pathLst>
                  <a:path extrusionOk="0" h="3021" w="3021">
                    <a:moveTo>
                      <a:pt x="1" y="1"/>
                    </a:moveTo>
                    <a:lnTo>
                      <a:pt x="1" y="3021"/>
                    </a:lnTo>
                    <a:lnTo>
                      <a:pt x="3021" y="3021"/>
                    </a:lnTo>
                    <a:lnTo>
                      <a:pt x="3021"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36"/>
              <p:cNvSpPr/>
              <p:nvPr/>
            </p:nvSpPr>
            <p:spPr>
              <a:xfrm>
                <a:off x="1064901" y="1301313"/>
                <a:ext cx="54605" cy="54605"/>
              </a:xfrm>
              <a:custGeom>
                <a:rect b="b" l="l" r="r" t="t"/>
                <a:pathLst>
                  <a:path extrusionOk="0" h="3021" w="3021">
                    <a:moveTo>
                      <a:pt x="0" y="1"/>
                    </a:moveTo>
                    <a:lnTo>
                      <a:pt x="0" y="3021"/>
                    </a:lnTo>
                    <a:lnTo>
                      <a:pt x="3020" y="3021"/>
                    </a:lnTo>
                    <a:lnTo>
                      <a:pt x="3020" y="1"/>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55" name="Google Shape;6655;p36"/>
          <p:cNvGrpSpPr/>
          <p:nvPr/>
        </p:nvGrpSpPr>
        <p:grpSpPr>
          <a:xfrm flipH="1">
            <a:off x="7843900" y="3146938"/>
            <a:ext cx="178225" cy="178225"/>
            <a:chOff x="6772475" y="3811500"/>
            <a:chExt cx="178225" cy="178225"/>
          </a:xfrm>
        </p:grpSpPr>
        <p:sp>
          <p:nvSpPr>
            <p:cNvPr id="6656" name="Google Shape;6656;p36"/>
            <p:cNvSpPr/>
            <p:nvPr/>
          </p:nvSpPr>
          <p:spPr>
            <a:xfrm>
              <a:off x="6832175" y="3871200"/>
              <a:ext cx="58800" cy="58800"/>
            </a:xfrm>
            <a:custGeom>
              <a:rect b="b" l="l" r="r" t="t"/>
              <a:pathLst>
                <a:path extrusionOk="0" h="2352" w="2352">
                  <a:moveTo>
                    <a:pt x="1" y="1"/>
                  </a:moveTo>
                  <a:lnTo>
                    <a:pt x="1" y="2352"/>
                  </a:lnTo>
                  <a:lnTo>
                    <a:pt x="2351" y="2352"/>
                  </a:lnTo>
                  <a:lnTo>
                    <a:pt x="235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36"/>
            <p:cNvSpPr/>
            <p:nvPr/>
          </p:nvSpPr>
          <p:spPr>
            <a:xfrm>
              <a:off x="6832175" y="3811500"/>
              <a:ext cx="58800" cy="59725"/>
            </a:xfrm>
            <a:custGeom>
              <a:rect b="b" l="l" r="r" t="t"/>
              <a:pathLst>
                <a:path extrusionOk="0" h="2389" w="2352">
                  <a:moveTo>
                    <a:pt x="1" y="0"/>
                  </a:moveTo>
                  <a:lnTo>
                    <a:pt x="1" y="2389"/>
                  </a:lnTo>
                  <a:lnTo>
                    <a:pt x="2351" y="2389"/>
                  </a:lnTo>
                  <a:lnTo>
                    <a:pt x="2351" y="0"/>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36"/>
            <p:cNvSpPr/>
            <p:nvPr/>
          </p:nvSpPr>
          <p:spPr>
            <a:xfrm>
              <a:off x="6772475" y="3871200"/>
              <a:ext cx="59725" cy="58800"/>
            </a:xfrm>
            <a:custGeom>
              <a:rect b="b" l="l" r="r" t="t"/>
              <a:pathLst>
                <a:path extrusionOk="0" h="2352" w="2389">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36"/>
            <p:cNvSpPr/>
            <p:nvPr/>
          </p:nvSpPr>
          <p:spPr>
            <a:xfrm>
              <a:off x="6890950" y="3871200"/>
              <a:ext cx="59750" cy="58800"/>
            </a:xfrm>
            <a:custGeom>
              <a:rect b="b" l="l" r="r" t="t"/>
              <a:pathLst>
                <a:path extrusionOk="0" h="2352" w="2390">
                  <a:moveTo>
                    <a:pt x="0" y="1"/>
                  </a:moveTo>
                  <a:lnTo>
                    <a:pt x="0" y="2352"/>
                  </a:lnTo>
                  <a:lnTo>
                    <a:pt x="2389" y="2352"/>
                  </a:lnTo>
                  <a:lnTo>
                    <a:pt x="2389"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36"/>
            <p:cNvSpPr/>
            <p:nvPr/>
          </p:nvSpPr>
          <p:spPr>
            <a:xfrm>
              <a:off x="6832175" y="3929975"/>
              <a:ext cx="58800" cy="59750"/>
            </a:xfrm>
            <a:custGeom>
              <a:rect b="b" l="l" r="r" t="t"/>
              <a:pathLst>
                <a:path extrusionOk="0" h="2390" w="2352">
                  <a:moveTo>
                    <a:pt x="1" y="1"/>
                  </a:moveTo>
                  <a:lnTo>
                    <a:pt x="1" y="2389"/>
                  </a:lnTo>
                  <a:lnTo>
                    <a:pt x="2351" y="2389"/>
                  </a:lnTo>
                  <a:lnTo>
                    <a:pt x="2351" y="1"/>
                  </a:lnTo>
                  <a:close/>
                </a:path>
              </a:pathLst>
            </a:custGeom>
            <a:solidFill>
              <a:srgbClr val="833AB4">
                <a:alpha val="642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61" name="Google Shape;6661;p36"/>
          <p:cNvSpPr txBox="1"/>
          <p:nvPr>
            <p:ph idx="2" type="subTitle"/>
          </p:nvPr>
        </p:nvSpPr>
        <p:spPr>
          <a:xfrm>
            <a:off x="1009765" y="4603501"/>
            <a:ext cx="1563000" cy="210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SLIDESGO</a:t>
            </a:r>
            <a:endParaRPr/>
          </a:p>
        </p:txBody>
      </p:sp>
      <p:sp>
        <p:nvSpPr>
          <p:cNvPr id="6662" name="Google Shape;6662;p36"/>
          <p:cNvSpPr txBox="1"/>
          <p:nvPr>
            <p:ph idx="3" type="subTitle"/>
          </p:nvPr>
        </p:nvSpPr>
        <p:spPr>
          <a:xfrm>
            <a:off x="7438624" y="4603501"/>
            <a:ext cx="988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CREDITS</a:t>
            </a:r>
            <a:endParaRPr/>
          </a:p>
        </p:txBody>
      </p:sp>
      <p:sp>
        <p:nvSpPr>
          <p:cNvPr id="6663" name="Google Shape;6663;p36"/>
          <p:cNvSpPr txBox="1"/>
          <p:nvPr>
            <p:ph idx="5" type="subTitle"/>
          </p:nvPr>
        </p:nvSpPr>
        <p:spPr>
          <a:xfrm>
            <a:off x="6979624" y="329088"/>
            <a:ext cx="1447800" cy="210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 UP </a:t>
            </a:r>
            <a:r>
              <a:rPr lang="en">
                <a:solidFill>
                  <a:schemeClr val="dk2"/>
                </a:solidFill>
              </a:rPr>
              <a:t>003200</a:t>
            </a:r>
            <a:endParaRPr>
              <a:solidFill>
                <a:schemeClr val="dk2"/>
              </a:solidFill>
            </a:endParaRPr>
          </a:p>
        </p:txBody>
      </p:sp>
      <p:sp>
        <p:nvSpPr>
          <p:cNvPr id="6664" name="Google Shape;6664;p36"/>
          <p:cNvSpPr/>
          <p:nvPr/>
        </p:nvSpPr>
        <p:spPr>
          <a:xfrm>
            <a:off x="829591" y="4599928"/>
            <a:ext cx="178225" cy="178225"/>
          </a:xfrm>
          <a:prstGeom prst="rect">
            <a:avLst/>
          </a:prstGeom>
        </p:spPr>
        <p:txBody>
          <a:bodyPr>
            <a:prstTxWarp prst="textPlain"/>
          </a:bodyPr>
          <a:lstStyle/>
          <a:p>
            <a:pPr lvl="0" algn="ctr"/>
            <a:r>
              <a:rPr b="0" i="0">
                <a:ln>
                  <a:noFill/>
                </a:ln>
                <a:solidFill>
                  <a:schemeClr val="lt1"/>
                </a:solidFill>
                <a:latin typeface="Press Start 2P"/>
              </a:rPr>
              <a:t>©</a:t>
            </a:r>
          </a:p>
        </p:txBody>
      </p:sp>
      <p:grpSp>
        <p:nvGrpSpPr>
          <p:cNvPr id="6665" name="Google Shape;6665;p36"/>
          <p:cNvGrpSpPr/>
          <p:nvPr/>
        </p:nvGrpSpPr>
        <p:grpSpPr>
          <a:xfrm>
            <a:off x="3945738" y="4442088"/>
            <a:ext cx="1252525" cy="322800"/>
            <a:chOff x="3946225" y="4442088"/>
            <a:chExt cx="1252525" cy="322800"/>
          </a:xfrm>
        </p:grpSpPr>
        <p:grpSp>
          <p:nvGrpSpPr>
            <p:cNvPr id="6666" name="Google Shape;6666;p36"/>
            <p:cNvGrpSpPr/>
            <p:nvPr/>
          </p:nvGrpSpPr>
          <p:grpSpPr>
            <a:xfrm>
              <a:off x="4386225" y="4442088"/>
              <a:ext cx="372525" cy="322800"/>
              <a:chOff x="4386225" y="4090138"/>
              <a:chExt cx="372525" cy="322800"/>
            </a:xfrm>
          </p:grpSpPr>
          <p:sp>
            <p:nvSpPr>
              <p:cNvPr id="6667" name="Google Shape;6667;p36"/>
              <p:cNvSpPr/>
              <p:nvPr/>
            </p:nvSpPr>
            <p:spPr>
              <a:xfrm>
                <a:off x="471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36"/>
              <p:cNvSpPr/>
              <p:nvPr/>
            </p:nvSpPr>
            <p:spPr>
              <a:xfrm>
                <a:off x="455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36"/>
              <p:cNvSpPr/>
              <p:nvPr/>
            </p:nvSpPr>
            <p:spPr>
              <a:xfrm>
                <a:off x="442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36"/>
              <p:cNvSpPr/>
              <p:nvPr/>
            </p:nvSpPr>
            <p:spPr>
              <a:xfrm>
                <a:off x="459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36"/>
              <p:cNvSpPr/>
              <p:nvPr/>
            </p:nvSpPr>
            <p:spPr>
              <a:xfrm>
                <a:off x="463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36"/>
              <p:cNvSpPr/>
              <p:nvPr/>
            </p:nvSpPr>
            <p:spPr>
              <a:xfrm>
                <a:off x="446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36"/>
              <p:cNvSpPr/>
              <p:nvPr/>
            </p:nvSpPr>
            <p:spPr>
              <a:xfrm>
                <a:off x="446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36"/>
              <p:cNvSpPr/>
              <p:nvPr/>
            </p:nvSpPr>
            <p:spPr>
              <a:xfrm>
                <a:off x="463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36"/>
              <p:cNvSpPr/>
              <p:nvPr/>
            </p:nvSpPr>
            <p:spPr>
              <a:xfrm>
                <a:off x="455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36"/>
              <p:cNvSpPr/>
              <p:nvPr/>
            </p:nvSpPr>
            <p:spPr>
              <a:xfrm>
                <a:off x="442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36"/>
              <p:cNvSpPr/>
              <p:nvPr/>
            </p:nvSpPr>
            <p:spPr>
              <a:xfrm>
                <a:off x="450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36"/>
              <p:cNvSpPr/>
              <p:nvPr/>
            </p:nvSpPr>
            <p:spPr>
              <a:xfrm>
                <a:off x="446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36"/>
              <p:cNvSpPr/>
              <p:nvPr/>
            </p:nvSpPr>
            <p:spPr>
              <a:xfrm>
                <a:off x="455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36"/>
              <p:cNvSpPr/>
              <p:nvPr/>
            </p:nvSpPr>
            <p:spPr>
              <a:xfrm>
                <a:off x="463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36"/>
              <p:cNvSpPr/>
              <p:nvPr/>
            </p:nvSpPr>
            <p:spPr>
              <a:xfrm>
                <a:off x="459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36"/>
              <p:cNvSpPr/>
              <p:nvPr/>
            </p:nvSpPr>
            <p:spPr>
              <a:xfrm>
                <a:off x="467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36"/>
              <p:cNvSpPr/>
              <p:nvPr/>
            </p:nvSpPr>
            <p:spPr>
              <a:xfrm>
                <a:off x="471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36"/>
              <p:cNvSpPr/>
              <p:nvPr/>
            </p:nvSpPr>
            <p:spPr>
              <a:xfrm>
                <a:off x="438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36"/>
              <p:cNvSpPr/>
              <p:nvPr/>
            </p:nvSpPr>
            <p:spPr>
              <a:xfrm>
                <a:off x="438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36"/>
              <p:cNvSpPr/>
              <p:nvPr/>
            </p:nvSpPr>
            <p:spPr>
              <a:xfrm>
                <a:off x="450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36"/>
              <p:cNvSpPr/>
              <p:nvPr/>
            </p:nvSpPr>
            <p:spPr>
              <a:xfrm>
                <a:off x="446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36"/>
              <p:cNvSpPr/>
              <p:nvPr/>
            </p:nvSpPr>
            <p:spPr>
              <a:xfrm>
                <a:off x="455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36"/>
              <p:cNvSpPr/>
              <p:nvPr/>
            </p:nvSpPr>
            <p:spPr>
              <a:xfrm>
                <a:off x="463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0" name="Google Shape;6690;p36"/>
              <p:cNvSpPr/>
              <p:nvPr/>
            </p:nvSpPr>
            <p:spPr>
              <a:xfrm>
                <a:off x="459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36"/>
              <p:cNvSpPr/>
              <p:nvPr/>
            </p:nvSpPr>
            <p:spPr>
              <a:xfrm>
                <a:off x="450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36"/>
              <p:cNvSpPr/>
              <p:nvPr/>
            </p:nvSpPr>
            <p:spPr>
              <a:xfrm>
                <a:off x="455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36"/>
              <p:cNvSpPr/>
              <p:nvPr/>
            </p:nvSpPr>
            <p:spPr>
              <a:xfrm>
                <a:off x="459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4" name="Google Shape;6694;p36"/>
            <p:cNvGrpSpPr/>
            <p:nvPr/>
          </p:nvGrpSpPr>
          <p:grpSpPr>
            <a:xfrm>
              <a:off x="4826225" y="4442088"/>
              <a:ext cx="372525" cy="322800"/>
              <a:chOff x="4826225" y="4090138"/>
              <a:chExt cx="372525" cy="322800"/>
            </a:xfrm>
          </p:grpSpPr>
          <p:sp>
            <p:nvSpPr>
              <p:cNvPr id="6695" name="Google Shape;6695;p36"/>
              <p:cNvSpPr/>
              <p:nvPr/>
            </p:nvSpPr>
            <p:spPr>
              <a:xfrm>
                <a:off x="515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36"/>
              <p:cNvSpPr/>
              <p:nvPr/>
            </p:nvSpPr>
            <p:spPr>
              <a:xfrm>
                <a:off x="499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36"/>
              <p:cNvSpPr/>
              <p:nvPr/>
            </p:nvSpPr>
            <p:spPr>
              <a:xfrm>
                <a:off x="486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36"/>
              <p:cNvSpPr/>
              <p:nvPr/>
            </p:nvSpPr>
            <p:spPr>
              <a:xfrm>
                <a:off x="503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36"/>
              <p:cNvSpPr/>
              <p:nvPr/>
            </p:nvSpPr>
            <p:spPr>
              <a:xfrm>
                <a:off x="507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36"/>
              <p:cNvSpPr/>
              <p:nvPr/>
            </p:nvSpPr>
            <p:spPr>
              <a:xfrm>
                <a:off x="490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36"/>
              <p:cNvSpPr/>
              <p:nvPr/>
            </p:nvSpPr>
            <p:spPr>
              <a:xfrm>
                <a:off x="499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36"/>
              <p:cNvSpPr/>
              <p:nvPr/>
            </p:nvSpPr>
            <p:spPr>
              <a:xfrm>
                <a:off x="486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36"/>
              <p:cNvSpPr/>
              <p:nvPr/>
            </p:nvSpPr>
            <p:spPr>
              <a:xfrm>
                <a:off x="511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36"/>
              <p:cNvSpPr/>
              <p:nvPr/>
            </p:nvSpPr>
            <p:spPr>
              <a:xfrm>
                <a:off x="515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36"/>
              <p:cNvSpPr/>
              <p:nvPr/>
            </p:nvSpPr>
            <p:spPr>
              <a:xfrm>
                <a:off x="482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36"/>
              <p:cNvSpPr/>
              <p:nvPr/>
            </p:nvSpPr>
            <p:spPr>
              <a:xfrm>
                <a:off x="482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36"/>
              <p:cNvSpPr/>
              <p:nvPr/>
            </p:nvSpPr>
            <p:spPr>
              <a:xfrm>
                <a:off x="490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36"/>
              <p:cNvSpPr/>
              <p:nvPr/>
            </p:nvSpPr>
            <p:spPr>
              <a:xfrm>
                <a:off x="507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36"/>
              <p:cNvSpPr/>
              <p:nvPr/>
            </p:nvSpPr>
            <p:spPr>
              <a:xfrm>
                <a:off x="494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36"/>
              <p:cNvSpPr/>
              <p:nvPr/>
            </p:nvSpPr>
            <p:spPr>
              <a:xfrm>
                <a:off x="503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36"/>
              <p:cNvSpPr/>
              <p:nvPr/>
            </p:nvSpPr>
            <p:spPr>
              <a:xfrm>
                <a:off x="507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2" name="Google Shape;6712;p36"/>
              <p:cNvSpPr/>
              <p:nvPr/>
            </p:nvSpPr>
            <p:spPr>
              <a:xfrm>
                <a:off x="490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3" name="Google Shape;6713;p36"/>
            <p:cNvGrpSpPr/>
            <p:nvPr/>
          </p:nvGrpSpPr>
          <p:grpSpPr>
            <a:xfrm>
              <a:off x="3946225" y="4442088"/>
              <a:ext cx="372525" cy="322800"/>
              <a:chOff x="3946225" y="4090138"/>
              <a:chExt cx="372525" cy="322800"/>
            </a:xfrm>
          </p:grpSpPr>
          <p:sp>
            <p:nvSpPr>
              <p:cNvPr id="6714" name="Google Shape;6714;p36"/>
              <p:cNvSpPr/>
              <p:nvPr/>
            </p:nvSpPr>
            <p:spPr>
              <a:xfrm>
                <a:off x="427797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36"/>
              <p:cNvSpPr/>
              <p:nvPr/>
            </p:nvSpPr>
            <p:spPr>
              <a:xfrm>
                <a:off x="4111150" y="4371213"/>
                <a:ext cx="41725" cy="41725"/>
              </a:xfrm>
              <a:custGeom>
                <a:rect b="b" l="l" r="r" t="t"/>
                <a:pathLst>
                  <a:path extrusionOk="0" h="1669" w="1669">
                    <a:moveTo>
                      <a:pt x="0" y="0"/>
                    </a:moveTo>
                    <a:lnTo>
                      <a:pt x="0" y="1668"/>
                    </a:lnTo>
                    <a:lnTo>
                      <a:pt x="1668" y="1668"/>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36"/>
              <p:cNvSpPr/>
              <p:nvPr/>
            </p:nvSpPr>
            <p:spPr>
              <a:xfrm>
                <a:off x="3986975"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36"/>
              <p:cNvSpPr/>
              <p:nvPr/>
            </p:nvSpPr>
            <p:spPr>
              <a:xfrm>
                <a:off x="4152850" y="4131838"/>
                <a:ext cx="124200" cy="40800"/>
              </a:xfrm>
              <a:custGeom>
                <a:rect b="b" l="l" r="r" t="t"/>
                <a:pathLst>
                  <a:path extrusionOk="0" h="1632" w="4968">
                    <a:moveTo>
                      <a:pt x="0" y="1"/>
                    </a:moveTo>
                    <a:lnTo>
                      <a:pt x="0" y="1631"/>
                    </a:lnTo>
                    <a:lnTo>
                      <a:pt x="4967" y="1631"/>
                    </a:lnTo>
                    <a:lnTo>
                      <a:pt x="4967"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36"/>
              <p:cNvSpPr/>
              <p:nvPr/>
            </p:nvSpPr>
            <p:spPr>
              <a:xfrm>
                <a:off x="4194550"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9" name="Google Shape;6719;p36"/>
              <p:cNvSpPr/>
              <p:nvPr/>
            </p:nvSpPr>
            <p:spPr>
              <a:xfrm>
                <a:off x="4027725" y="4090138"/>
                <a:ext cx="41725" cy="41725"/>
              </a:xfrm>
              <a:custGeom>
                <a:rect b="b" l="l" r="r" t="t"/>
                <a:pathLst>
                  <a:path extrusionOk="0" h="1669" w="1669">
                    <a:moveTo>
                      <a:pt x="1" y="1"/>
                    </a:moveTo>
                    <a:lnTo>
                      <a:pt x="1" y="1669"/>
                    </a:lnTo>
                    <a:lnTo>
                      <a:pt x="1669" y="1669"/>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0" name="Google Shape;6720;p36"/>
              <p:cNvSpPr/>
              <p:nvPr/>
            </p:nvSpPr>
            <p:spPr>
              <a:xfrm>
                <a:off x="4027725"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36"/>
              <p:cNvSpPr/>
              <p:nvPr/>
            </p:nvSpPr>
            <p:spPr>
              <a:xfrm>
                <a:off x="4194550" y="4131838"/>
                <a:ext cx="41725" cy="40800"/>
              </a:xfrm>
              <a:custGeom>
                <a:rect b="b" l="l" r="r" t="t"/>
                <a:pathLst>
                  <a:path extrusionOk="0" h="1632" w="1669">
                    <a:moveTo>
                      <a:pt x="1" y="1"/>
                    </a:moveTo>
                    <a:lnTo>
                      <a:pt x="1" y="1631"/>
                    </a:lnTo>
                    <a:lnTo>
                      <a:pt x="1669" y="1631"/>
                    </a:lnTo>
                    <a:lnTo>
                      <a:pt x="1669"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36"/>
              <p:cNvSpPr/>
              <p:nvPr/>
            </p:nvSpPr>
            <p:spPr>
              <a:xfrm>
                <a:off x="4111150" y="4173563"/>
                <a:ext cx="41725" cy="40775"/>
              </a:xfrm>
              <a:custGeom>
                <a:rect b="b" l="l" r="r" t="t"/>
                <a:pathLst>
                  <a:path extrusionOk="0" h="1631" w="1669">
                    <a:moveTo>
                      <a:pt x="0" y="0"/>
                    </a:moveTo>
                    <a:lnTo>
                      <a:pt x="0" y="1630"/>
                    </a:lnTo>
                    <a:lnTo>
                      <a:pt x="1668" y="1630"/>
                    </a:lnTo>
                    <a:lnTo>
                      <a:pt x="166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36"/>
              <p:cNvSpPr/>
              <p:nvPr/>
            </p:nvSpPr>
            <p:spPr>
              <a:xfrm>
                <a:off x="398697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4" name="Google Shape;6724;p36"/>
              <p:cNvSpPr/>
              <p:nvPr/>
            </p:nvSpPr>
            <p:spPr>
              <a:xfrm>
                <a:off x="40694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5" name="Google Shape;6725;p36"/>
              <p:cNvSpPr/>
              <p:nvPr/>
            </p:nvSpPr>
            <p:spPr>
              <a:xfrm>
                <a:off x="402773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36"/>
              <p:cNvSpPr/>
              <p:nvPr/>
            </p:nvSpPr>
            <p:spPr>
              <a:xfrm>
                <a:off x="4111625"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36"/>
              <p:cNvSpPr/>
              <p:nvPr/>
            </p:nvSpPr>
            <p:spPr>
              <a:xfrm>
                <a:off x="419410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36"/>
              <p:cNvSpPr/>
              <p:nvPr/>
            </p:nvSpPr>
            <p:spPr>
              <a:xfrm>
                <a:off x="4152388"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36"/>
              <p:cNvSpPr/>
              <p:nvPr/>
            </p:nvSpPr>
            <p:spPr>
              <a:xfrm>
                <a:off x="4235350" y="4256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36"/>
              <p:cNvSpPr/>
              <p:nvPr/>
            </p:nvSpPr>
            <p:spPr>
              <a:xfrm>
                <a:off x="427797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36"/>
              <p:cNvSpPr/>
              <p:nvPr/>
            </p:nvSpPr>
            <p:spPr>
              <a:xfrm>
                <a:off x="3946225" y="4215244"/>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36"/>
              <p:cNvSpPr/>
              <p:nvPr/>
            </p:nvSpPr>
            <p:spPr>
              <a:xfrm>
                <a:off x="3946225" y="4173556"/>
                <a:ext cx="40775" cy="40800"/>
              </a:xfrm>
              <a:custGeom>
                <a:rect b="b" l="l" r="r" t="t"/>
                <a:pathLst>
                  <a:path extrusionOk="0" h="3299" w="1631">
                    <a:moveTo>
                      <a:pt x="0" y="0"/>
                    </a:moveTo>
                    <a:lnTo>
                      <a:pt x="0" y="3299"/>
                    </a:lnTo>
                    <a:lnTo>
                      <a:pt x="1630" y="3299"/>
                    </a:lnTo>
                    <a:lnTo>
                      <a:pt x="1630"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36"/>
              <p:cNvSpPr/>
              <p:nvPr/>
            </p:nvSpPr>
            <p:spPr>
              <a:xfrm>
                <a:off x="406945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36"/>
              <p:cNvSpPr/>
              <p:nvPr/>
            </p:nvSpPr>
            <p:spPr>
              <a:xfrm>
                <a:off x="402773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36"/>
              <p:cNvSpPr/>
              <p:nvPr/>
            </p:nvSpPr>
            <p:spPr>
              <a:xfrm>
                <a:off x="4111625"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36"/>
              <p:cNvSpPr/>
              <p:nvPr/>
            </p:nvSpPr>
            <p:spPr>
              <a:xfrm>
                <a:off x="4194100"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36"/>
              <p:cNvSpPr/>
              <p:nvPr/>
            </p:nvSpPr>
            <p:spPr>
              <a:xfrm>
                <a:off x="4152388" y="42932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36"/>
              <p:cNvSpPr/>
              <p:nvPr/>
            </p:nvSpPr>
            <p:spPr>
              <a:xfrm>
                <a:off x="4069450"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36"/>
              <p:cNvSpPr/>
              <p:nvPr/>
            </p:nvSpPr>
            <p:spPr>
              <a:xfrm>
                <a:off x="4111625"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36"/>
              <p:cNvSpPr/>
              <p:nvPr/>
            </p:nvSpPr>
            <p:spPr>
              <a:xfrm>
                <a:off x="4152388" y="43340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36"/>
              <p:cNvSpPr/>
              <p:nvPr/>
            </p:nvSpPr>
            <p:spPr>
              <a:xfrm>
                <a:off x="398697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2" name="Google Shape;6742;p36"/>
              <p:cNvSpPr/>
              <p:nvPr/>
            </p:nvSpPr>
            <p:spPr>
              <a:xfrm>
                <a:off x="40694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3" name="Google Shape;6743;p36"/>
              <p:cNvSpPr/>
              <p:nvPr/>
            </p:nvSpPr>
            <p:spPr>
              <a:xfrm>
                <a:off x="402773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36"/>
              <p:cNvSpPr/>
              <p:nvPr/>
            </p:nvSpPr>
            <p:spPr>
              <a:xfrm>
                <a:off x="4111625"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36"/>
              <p:cNvSpPr/>
              <p:nvPr/>
            </p:nvSpPr>
            <p:spPr>
              <a:xfrm>
                <a:off x="419410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36"/>
              <p:cNvSpPr/>
              <p:nvPr/>
            </p:nvSpPr>
            <p:spPr>
              <a:xfrm>
                <a:off x="4152388"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36"/>
              <p:cNvSpPr/>
              <p:nvPr/>
            </p:nvSpPr>
            <p:spPr>
              <a:xfrm>
                <a:off x="4235350" y="421526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36"/>
              <p:cNvSpPr/>
              <p:nvPr/>
            </p:nvSpPr>
            <p:spPr>
              <a:xfrm>
                <a:off x="398697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36"/>
              <p:cNvSpPr/>
              <p:nvPr/>
            </p:nvSpPr>
            <p:spPr>
              <a:xfrm>
                <a:off x="40694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36"/>
              <p:cNvSpPr/>
              <p:nvPr/>
            </p:nvSpPr>
            <p:spPr>
              <a:xfrm>
                <a:off x="402773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36"/>
              <p:cNvSpPr/>
              <p:nvPr/>
            </p:nvSpPr>
            <p:spPr>
              <a:xfrm>
                <a:off x="4111625"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36"/>
              <p:cNvSpPr/>
              <p:nvPr/>
            </p:nvSpPr>
            <p:spPr>
              <a:xfrm>
                <a:off x="419410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36"/>
              <p:cNvSpPr/>
              <p:nvPr/>
            </p:nvSpPr>
            <p:spPr>
              <a:xfrm>
                <a:off x="4152388"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36"/>
              <p:cNvSpPr/>
              <p:nvPr/>
            </p:nvSpPr>
            <p:spPr>
              <a:xfrm>
                <a:off x="4235350" y="4173538"/>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36"/>
              <p:cNvSpPr/>
              <p:nvPr/>
            </p:nvSpPr>
            <p:spPr>
              <a:xfrm>
                <a:off x="4027738"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36"/>
              <p:cNvSpPr/>
              <p:nvPr/>
            </p:nvSpPr>
            <p:spPr>
              <a:xfrm>
                <a:off x="4194100" y="4131813"/>
                <a:ext cx="41725" cy="40800"/>
              </a:xfrm>
              <a:custGeom>
                <a:rect b="b" l="l" r="r" t="t"/>
                <a:pathLst>
                  <a:path extrusionOk="0" h="1632" w="1669">
                    <a:moveTo>
                      <a:pt x="1" y="1"/>
                    </a:moveTo>
                    <a:lnTo>
                      <a:pt x="1" y="1631"/>
                    </a:lnTo>
                    <a:lnTo>
                      <a:pt x="1669" y="1631"/>
                    </a:lnTo>
                    <a:lnTo>
                      <a:pt x="1669"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Basic Template: Retro Arcade Theme for Marketing by Slidesgo">
  <a:themeElements>
    <a:clrScheme name="Simple Light">
      <a:dk1>
        <a:srgbClr val="191919"/>
      </a:dk1>
      <a:lt1>
        <a:srgbClr val="FFE400"/>
      </a:lt1>
      <a:dk2>
        <a:srgbClr val="D600FF"/>
      </a:dk2>
      <a:lt2>
        <a:srgbClr val="833AB4"/>
      </a:lt2>
      <a:accent1>
        <a:srgbClr val="FF7600"/>
      </a:accent1>
      <a:accent2>
        <a:srgbClr val="FF0000"/>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